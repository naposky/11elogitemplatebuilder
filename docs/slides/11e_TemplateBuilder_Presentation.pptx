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" name="Picture 8" descr="fond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200" y="164592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11e Logi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A8231"/>
                </a:solidFill>
              </a:defRPr>
            </a:pPr>
            <a:r>
              <a:t>(&amp; Todolist) Builder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343400"/>
            <a:ext cx="11277295" cy="36576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262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A0A0AF"/>
                </a:solidFill>
              </a:defRPr>
            </a:pPr>
            <a:r>
              <a:t>Outil de logistique Foxhole pour la 11eRC-FL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5349240"/>
            <a:ext cx="2194560" cy="411480"/>
          </a:xfrm>
          <a:prstGeom prst="roundRect">
            <a:avLst/>
          </a:prstGeom>
          <a:solidFill>
            <a:srgbClr val="5865F2"/>
          </a:solidFill>
          <a:ln w="12700">
            <a:solidFill>
              <a:srgbClr val="586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🎨 Templates PNG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5349240"/>
            <a:ext cx="2194560" cy="411480"/>
          </a:xfrm>
          <a:prstGeom prst="roundRect">
            <a:avLst/>
          </a:prstGeom>
          <a:solidFill>
            <a:srgbClr val="FA8231"/>
          </a:solidFill>
          <a:ln w="12700">
            <a:solidFill>
              <a:srgbClr val="FA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📋 MPF Todolists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5349240"/>
            <a:ext cx="2377440" cy="411480"/>
          </a:xfrm>
          <a:prstGeom prst="roundRect">
            <a:avLst/>
          </a:prstGeom>
          <a:solidFill>
            <a:srgbClr val="3C7850"/>
          </a:solidFill>
          <a:ln w="12700">
            <a:solidFill>
              <a:srgbClr val="3C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💾 Sauvegarde 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fond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🔭  C'est quoi le 11e Template Builder 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36576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DCDCE6"/>
                </a:solidFill>
              </a:defRPr>
            </a:pPr>
            <a:r>
              <a:t>•  Application web TypeScript pour la logistique Foxhole</a:t>
            </a:r>
          </a:p>
          <a:p>
            <a:pPr>
              <a:spcAft>
                <a:spcPts val="1000"/>
              </a:spcAft>
              <a:defRPr sz="1700">
                <a:solidFill>
                  <a:srgbClr val="DCDCE6"/>
                </a:solidFill>
              </a:defRPr>
            </a:pPr>
            <a:r>
              <a:t>•  Conçue spécifiquement pour la 11eRC-FL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  <a:defRPr sz="1700">
                <a:solidFill>
                  <a:srgbClr val="DCDCE6"/>
                </a:solidFill>
              </a:defRPr>
            </a:pPr>
            <a:r>
              <a:t>•  🎨  Mode Template :</a:t>
            </a:r>
          </a:p>
          <a:p>
            <a:pPr lvl="1">
              <a:spcAft>
                <a:spcPts val="1000"/>
              </a:spcAft>
              <a:defRPr sz="1600">
                <a:solidFill>
                  <a:srgbClr val="DCDCE6"/>
                </a:solidFill>
              </a:defRPr>
            </a:pPr>
            <a:r>
              <a:t>    •  Créer des visuels de stockpile (canvas libre, sections)</a:t>
            </a:r>
          </a:p>
          <a:p>
            <a:pPr lvl="1">
              <a:spcAft>
                <a:spcPts val="1000"/>
              </a:spcAft>
              <a:defRPr sz="1600">
                <a:solidFill>
                  <a:srgbClr val="DCDCE6"/>
                </a:solidFill>
              </a:defRPr>
            </a:pPr>
            <a:r>
              <a:t>    •  Exporter en PNG 1920×1080 pour Discord / forum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  <a:defRPr sz="1700">
                <a:solidFill>
                  <a:srgbClr val="DCDCE6"/>
                </a:solidFill>
              </a:defRPr>
            </a:pPr>
            <a:r>
              <a:t>•  📋  Mode MPF Todolist :</a:t>
            </a:r>
          </a:p>
          <a:p>
            <a:pPr lvl="1">
              <a:spcAft>
                <a:spcPts val="1000"/>
              </a:spcAft>
              <a:defRPr sz="1600">
                <a:solidFill>
                  <a:srgbClr val="DCDCE6"/>
                </a:solidFill>
              </a:defRPr>
            </a:pPr>
            <a:r>
              <a:t>    •  Construire des listes de commande avec coûts MPF calculés</a:t>
            </a:r>
          </a:p>
          <a:p>
            <a:pPr lvl="1">
              <a:spcAft>
                <a:spcPts val="1000"/>
              </a:spcAft>
              <a:defRPr sz="1600">
                <a:solidFill>
                  <a:srgbClr val="DCDCE6"/>
                </a:solidFill>
              </a:defRPr>
            </a:pPr>
            <a:r>
              <a:t>    •  Exporter au format texte Discord (lettres indicatrices 🇦 🇧 🇨…)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  <a:defRPr sz="1700">
                <a:solidFill>
                  <a:srgbClr val="DCDCE6"/>
                </a:solidFill>
              </a:defRPr>
            </a:pPr>
            <a:r>
              <a:t>•  💾  Sauvegarde locale automatique (localStorage) + JSON import/export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806440"/>
            <a:ext cx="11277295" cy="685800"/>
          </a:xfrm>
          <a:prstGeom prst="roundRect">
            <a:avLst/>
          </a:prstGeom>
          <a:solidFill>
            <a:srgbClr val="2D3241"/>
          </a:solidFill>
          <a:ln w="19050">
            <a:solidFill>
              <a:srgbClr val="57F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C107"/>
                </a:solidFill>
              </a:defRPr>
            </a:pPr>
            <a:r>
              <a:t>🌐  Accessible dans le navigateur — aucun logiciel à installer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" name="Picture 6" descr="fond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⚡  Deux modes, un seul outil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36576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5303520" cy="4297680"/>
          </a:xfrm>
          <a:prstGeom prst="roundRect">
            <a:avLst/>
          </a:prstGeom>
          <a:solidFill>
            <a:srgbClr val="2D3241"/>
          </a:solidFill>
          <a:ln w="25400">
            <a:solidFill>
              <a:srgbClr val="586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52400"/>
          <a:lstStyle/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🎨 Mode Template</a:t>
            </a:r>
          </a:p>
          <a:p>
            <a:pPr>
              <a:spcAft>
                <a:spcPts val="600"/>
              </a:spcAft>
              <a:defRPr sz="1400" b="0">
                <a:solidFill>
                  <a:srgbClr val="DCDCE6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DCDCE6"/>
                </a:solidFill>
              </a:defRPr>
            </a:pPr>
            <a:r>
              <a:t>• Canvas libre 1920×1080</a:t>
            </a:r>
          </a:p>
          <a:p>
            <a:pPr>
              <a:spcAft>
                <a:spcPts val="600"/>
              </a:spcAft>
              <a:defRPr sz="1400" b="0">
                <a:solidFill>
                  <a:srgbClr val="DCDCE6"/>
                </a:solidFill>
              </a:defRPr>
            </a:pPr>
            <a:r>
              <a:t>• Sections déplaçables / redimensionnables</a:t>
            </a:r>
          </a:p>
          <a:p>
            <a:pPr>
              <a:spcAft>
                <a:spcPts val="600"/>
              </a:spcAft>
              <a:defRPr sz="1400" b="0">
                <a:solidFill>
                  <a:srgbClr val="DCDCE6"/>
                </a:solidFill>
              </a:defRPr>
            </a:pPr>
            <a:r>
              <a:t>• Sidebar avec tous les items Foxhole</a:t>
            </a:r>
          </a:p>
          <a:p>
            <a:pPr>
              <a:spcAft>
                <a:spcPts val="600"/>
              </a:spcAft>
              <a:defRPr sz="1400" b="0">
                <a:solidFill>
                  <a:srgbClr val="DCDCE6"/>
                </a:solidFill>
              </a:defRPr>
            </a:pPr>
            <a:r>
              <a:t>• Drag &amp; drop vers les sections</a:t>
            </a:r>
          </a:p>
          <a:p>
            <a:pPr>
              <a:spcAft>
                <a:spcPts val="600"/>
              </a:spcAft>
              <a:defRPr sz="1400" b="0">
                <a:solidFill>
                  <a:srgbClr val="DCDCE6"/>
                </a:solidFill>
              </a:defRPr>
            </a:pPr>
            <a:r>
              <a:t>• Tailles d'icônes : S / M / L / XL / XXL</a:t>
            </a:r>
          </a:p>
          <a:p>
            <a:pPr>
              <a:spcAft>
                <a:spcPts val="600"/>
              </a:spcAft>
              <a:defRPr sz="1400" b="0">
                <a:solidFill>
                  <a:srgbClr val="DCDCE6"/>
                </a:solidFill>
              </a:defRPr>
            </a:pPr>
            <a:r>
              <a:t>• Fond de carte personnalisable</a:t>
            </a:r>
          </a:p>
          <a:p>
            <a:pPr>
              <a:spcAft>
                <a:spcPts val="600"/>
              </a:spcAft>
              <a:defRPr sz="1400" b="0">
                <a:solidFill>
                  <a:srgbClr val="DCDCE6"/>
                </a:solidFill>
              </a:defRPr>
            </a:pPr>
            <a:r>
              <a:t>• Export PNG haute qualité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394960" cy="4297680"/>
          </a:xfrm>
          <a:prstGeom prst="roundRect">
            <a:avLst/>
          </a:prstGeom>
          <a:solidFill>
            <a:srgbClr val="2D3241"/>
          </a:solidFill>
          <a:ln w="25400">
            <a:solidFill>
              <a:srgbClr val="FA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52400"/>
          <a:lstStyle/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📋 Mode MPF Todolist</a:t>
            </a:r>
          </a:p>
          <a:p>
            <a:pPr>
              <a:spcAft>
                <a:spcPts val="600"/>
              </a:spcAft>
              <a:defRPr sz="1400" b="0">
                <a:solidFill>
                  <a:srgbClr val="DCDCE6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DCDCE6"/>
                </a:solidFill>
              </a:defRPr>
            </a:pPr>
            <a:r>
              <a:t>• Catalogue complet items Foxhole</a:t>
            </a:r>
          </a:p>
          <a:p>
            <a:pPr>
              <a:spcAft>
                <a:spcPts val="600"/>
              </a:spcAft>
              <a:defRPr sz="1400" b="0">
                <a:solidFill>
                  <a:srgbClr val="DCDCE6"/>
                </a:solidFill>
              </a:defRPr>
            </a:pPr>
            <a:r>
              <a:t>• Filtre par catégorie + recherche</a:t>
            </a:r>
          </a:p>
          <a:p>
            <a:pPr>
              <a:spcAft>
                <a:spcPts val="600"/>
              </a:spcAft>
              <a:defRPr sz="1400" b="0">
                <a:solidFill>
                  <a:srgbClr val="DCDCE6"/>
                </a:solidFill>
              </a:defRPr>
            </a:pPr>
            <a:r>
              <a:t>• Coûts MPF calculés automatiquement</a:t>
            </a:r>
          </a:p>
          <a:p>
            <a:pPr>
              <a:spcAft>
                <a:spcPts val="600"/>
              </a:spcAft>
              <a:defRPr sz="1400" b="0">
                <a:solidFill>
                  <a:srgbClr val="DCDCE6"/>
                </a:solidFill>
              </a:defRPr>
            </a:pPr>
            <a:r>
              <a:t>  (Bmats / Rmats / Emats / HEmats)</a:t>
            </a:r>
          </a:p>
          <a:p>
            <a:pPr>
              <a:spcAft>
                <a:spcPts val="600"/>
              </a:spcAft>
              <a:defRPr sz="1400" b="0">
                <a:solidFill>
                  <a:srgbClr val="DCDCE6"/>
                </a:solidFill>
              </a:defRPr>
            </a:pPr>
            <a:r>
              <a:t>• Quantités (x1 → x99)</a:t>
            </a:r>
          </a:p>
          <a:p>
            <a:pPr>
              <a:spcAft>
                <a:spcPts val="600"/>
              </a:spcAft>
              <a:defRPr sz="1400" b="0">
                <a:solidFill>
                  <a:srgbClr val="DCDCE6"/>
                </a:solidFill>
              </a:defRPr>
            </a:pPr>
            <a:r>
              <a:t>• Blocs de texte libres</a:t>
            </a:r>
          </a:p>
          <a:p>
            <a:pPr>
              <a:spcAft>
                <a:spcPts val="600"/>
              </a:spcAft>
              <a:defRPr sz="1400" b="0">
                <a:solidFill>
                  <a:srgbClr val="DCDCE6"/>
                </a:solidFill>
              </a:defRPr>
            </a:pPr>
            <a:r>
              <a:t>• Export texte format Discord</a:t>
            </a:r>
          </a:p>
          <a:p>
            <a:pPr>
              <a:spcAft>
                <a:spcPts val="600"/>
              </a:spcAft>
              <a:defRPr sz="1400" b="0">
                <a:solidFill>
                  <a:srgbClr val="DCDCE6"/>
                </a:solidFill>
              </a:defRPr>
            </a:pPr>
            <a:r>
              <a:t>• Import depuis un message existant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i="1">
                <a:solidFill>
                  <a:srgbClr val="A0A0AF"/>
                </a:solidFill>
              </a:defRPr>
            </a:pPr>
            <a:r>
              <a:t>💡  Basculer entre les modes : boutons "🎨 Template" / "📋 MPF TodoList" dans la toolbar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fond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🎨  Mode Template — Fonctionnalités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36576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7F287"/>
                </a:solidFill>
              </a:defRPr>
            </a:pPr>
            <a:r>
              <a:t>🎯 Canvas</a:t>
            </a:r>
          </a:p>
          <a:p>
            <a:pPr lvl="1">
              <a:spcAft>
                <a:spcPts val="1000"/>
              </a:spcAft>
              <a:defRPr sz="1500">
                <a:solidFill>
                  <a:srgbClr val="DCDCE6"/>
                </a:solidFill>
              </a:defRPr>
            </a:pPr>
            <a:r>
              <a:t>    •  Taille fixe 1920×1080 px (proportions Discord parfaites)</a:t>
            </a:r>
          </a:p>
          <a:p>
            <a:pPr lvl="1">
              <a:spcAft>
                <a:spcPts val="1000"/>
              </a:spcAft>
              <a:defRPr sz="1500">
                <a:solidFill>
                  <a:srgbClr val="DCDCE6"/>
                </a:solidFill>
              </a:defRPr>
            </a:pPr>
            <a:r>
              <a:t>    •  Fond de carte parmi les arrière-plans Foxhole disponibles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  <a:defRPr sz="1600" b="1">
                <a:solidFill>
                  <a:srgbClr val="57F287"/>
                </a:solidFill>
              </a:defRPr>
            </a:pPr>
            <a:r>
              <a:t>🎯 Sections</a:t>
            </a:r>
          </a:p>
          <a:p>
            <a:pPr lvl="1">
              <a:spcAft>
                <a:spcPts val="1000"/>
              </a:spcAft>
              <a:defRPr sz="1500">
                <a:solidFill>
                  <a:srgbClr val="DCDCE6"/>
                </a:solidFill>
              </a:defRPr>
            </a:pPr>
            <a:r>
              <a:t>    •  Double-clic sur le canvas → créer une section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DCDCE6"/>
                </a:solidFill>
              </a:defRPr>
            </a:pPr>
            <a:r>
              <a:t>    •  Drag du header → déplacer la section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DCDCE6"/>
                </a:solidFill>
              </a:defRPr>
            </a:pPr>
            <a:r>
              <a:t>    •  Drag du coin → redimensionner</a:t>
            </a:r>
          </a:p>
          <a:p>
            <a:pPr lvl="1">
              <a:spcAft>
                <a:spcPts val="1000"/>
              </a:spcAft>
              <a:defRPr sz="1500">
                <a:solidFill>
                  <a:srgbClr val="DCDCE6"/>
                </a:solidFill>
              </a:defRPr>
            </a:pPr>
            <a:r>
              <a:t>    •  Titre et couleur personnalisables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  <a:defRPr sz="1600" b="1">
                <a:solidFill>
                  <a:srgbClr val="57F287"/>
                </a:solidFill>
              </a:defRPr>
            </a:pPr>
            <a:r>
              <a:t>🎯 Icônes</a:t>
            </a:r>
          </a:p>
          <a:p>
            <a:pPr lvl="1">
              <a:spcAft>
                <a:spcPts val="1000"/>
              </a:spcAft>
              <a:defRPr sz="1500">
                <a:solidFill>
                  <a:srgbClr val="DCDCE6"/>
                </a:solidFill>
              </a:defRPr>
            </a:pPr>
            <a:r>
              <a:t>    •  Plus de 300 items Foxhole disponibles dans la sidebar</a:t>
            </a:r>
          </a:p>
          <a:p>
            <a:pPr lvl="1">
              <a:spcAft>
                <a:spcPts val="1000"/>
              </a:spcAft>
              <a:defRPr sz="1500">
                <a:solidFill>
                  <a:srgbClr val="DCDCE6"/>
                </a:solidFill>
              </a:defRPr>
            </a:pPr>
            <a:r>
              <a:t>    •  Filtre par catégorie (Armes, Munitions, Véhicules, etc.)</a:t>
            </a:r>
          </a:p>
          <a:p>
            <a:pPr lvl="1">
              <a:spcAft>
                <a:spcPts val="1000"/>
              </a:spcAft>
              <a:defRPr sz="1500">
                <a:solidFill>
                  <a:srgbClr val="DCDCE6"/>
                </a:solidFill>
              </a:defRPr>
            </a:pPr>
            <a:r>
              <a:t>    •  Drag depuis la sidebar → dépôt dans une section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DCDCE6"/>
                </a:solidFill>
              </a:defRPr>
            </a:pPr>
            <a:r>
              <a:t>    •  Drag à l'intérieur d'une section → réordonner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325880"/>
            <a:ext cx="4754880" cy="4343400"/>
          </a:xfrm>
          <a:prstGeom prst="roundRect">
            <a:avLst/>
          </a:prstGeom>
          <a:solidFill>
            <a:srgbClr val="3C4150"/>
          </a:solidFill>
          <a:ln w="25400">
            <a:solidFill>
              <a:srgbClr val="646E8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A0A0AF"/>
                </a:solidFill>
              </a:defRPr>
            </a:pPr>
            <a:r>
              <a:t>📸  CAPTURE :</a:t>
            </a:r>
            <a:br/>
            <a:r>
              <a:t>Canvas avec plusieurs sections</a:t>
            </a:r>
            <a:br/>
            <a:r>
              <a:t>+ sidebar icônes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Picture 14" descr="fond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🔄  Mode Template —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36576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011680" y="1417320"/>
            <a:ext cx="3200400" cy="640080"/>
          </a:xfrm>
          <a:prstGeom prst="round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Double-clic sur le canvas</a:t>
            </a:r>
          </a:p>
        </p:txBody>
      </p:sp>
      <p:sp>
        <p:nvSpPr>
          <p:cNvPr id="5" name="Down Arrow 4"/>
          <p:cNvSpPr/>
          <p:nvPr/>
        </p:nvSpPr>
        <p:spPr>
          <a:xfrm>
            <a:off x="3429000" y="2057400"/>
            <a:ext cx="256032" cy="365760"/>
          </a:xfrm>
          <a:prstGeom prst="downArrow">
            <a:avLst/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0" y="2331720"/>
            <a:ext cx="3200400" cy="640080"/>
          </a:xfrm>
          <a:prstGeom prst="round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Nommez la section + couleur</a:t>
            </a:r>
          </a:p>
        </p:txBody>
      </p:sp>
      <p:sp>
        <p:nvSpPr>
          <p:cNvPr id="7" name="Down Arrow 6"/>
          <p:cNvSpPr/>
          <p:nvPr/>
        </p:nvSpPr>
        <p:spPr>
          <a:xfrm>
            <a:off x="3429000" y="2971800"/>
            <a:ext cx="256032" cy="365760"/>
          </a:xfrm>
          <a:prstGeom prst="downArrow">
            <a:avLst/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0" y="3246120"/>
            <a:ext cx="3200400" cy="640080"/>
          </a:xfrm>
          <a:prstGeom prst="round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Drag &amp; drop un icône (sidebar)</a:t>
            </a:r>
          </a:p>
        </p:txBody>
      </p:sp>
      <p:sp>
        <p:nvSpPr>
          <p:cNvPr id="9" name="Down Arrow 8"/>
          <p:cNvSpPr/>
          <p:nvPr/>
        </p:nvSpPr>
        <p:spPr>
          <a:xfrm>
            <a:off x="3429000" y="3886200"/>
            <a:ext cx="256032" cy="365760"/>
          </a:xfrm>
          <a:prstGeom prst="downArrow">
            <a:avLst/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11680" y="4160520"/>
            <a:ext cx="3200400" cy="640080"/>
          </a:xfrm>
          <a:prstGeom prst="round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 Répétez / réorganisez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429000" y="4800600"/>
            <a:ext cx="256032" cy="365760"/>
          </a:xfrm>
          <a:prstGeom prst="downArrow">
            <a:avLst/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11680" y="5074920"/>
            <a:ext cx="3200400" cy="640080"/>
          </a:xfrm>
          <a:prstGeom prst="round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5. Ctrl+E → Export PNG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394960" y="3566160"/>
            <a:ext cx="365760" cy="256032"/>
          </a:xfrm>
          <a:prstGeom prst="rightArrow">
            <a:avLst/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0" y="1417320"/>
            <a:ext cx="5760720" cy="4343400"/>
          </a:xfrm>
          <a:prstGeom prst="roundRect">
            <a:avLst/>
          </a:prstGeom>
          <a:solidFill>
            <a:srgbClr val="2D3241"/>
          </a:solidFill>
          <a:ln w="25400">
            <a:solidFill>
              <a:srgbClr val="57F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/>
          <a:lstStyle/>
          <a:p>
            <a:pPr algn="ctr">
              <a:spcAft>
                <a:spcPts val="800"/>
              </a:spcAft>
              <a:defRPr sz="2000" b="1">
                <a:solidFill>
                  <a:srgbClr val="57F287"/>
                </a:solidFill>
              </a:defRPr>
            </a:pPr>
            <a:r>
              <a:t>✅ Résultat</a:t>
            </a:r>
          </a:p>
          <a:p>
            <a:pPr>
              <a:spcAft>
                <a:spcPts val="800"/>
              </a:spcAft>
              <a:defRPr sz="1500" b="0">
                <a:solidFill>
                  <a:srgbClr val="DCDCE6"/>
                </a:solidFill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DCDCE6"/>
                </a:solidFill>
              </a:defRPr>
            </a:pPr>
            <a:r>
              <a:t>PNG 1920×1080 prêt à partager</a:t>
            </a:r>
          </a:p>
          <a:p>
            <a:pPr>
              <a:spcAft>
                <a:spcPts val="800"/>
              </a:spcAft>
              <a:defRPr sz="1500" b="0">
                <a:solidFill>
                  <a:srgbClr val="DCDCE6"/>
                </a:solidFill>
              </a:defRPr>
            </a:pPr>
            <a:r>
              <a:t>sur Discord / forum Foxhole</a:t>
            </a:r>
          </a:p>
          <a:p>
            <a:pPr>
              <a:spcAft>
                <a:spcPts val="800"/>
              </a:spcAft>
              <a:defRPr sz="1500" b="0">
                <a:solidFill>
                  <a:srgbClr val="DCDCE6"/>
                </a:solidFill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DCDCE6"/>
                </a:solidFill>
              </a:defRPr>
            </a:pPr>
            <a:r>
              <a:t>Fond de carte visible sur l'export</a:t>
            </a:r>
          </a:p>
          <a:p>
            <a:pPr>
              <a:spcAft>
                <a:spcPts val="800"/>
              </a:spcAft>
              <a:defRPr sz="1500" b="0">
                <a:solidFill>
                  <a:srgbClr val="DCDCE6"/>
                </a:solidFill>
              </a:defRPr>
            </a:pPr>
            <a:r>
              <a:t>Sections avec titres colorés</a:t>
            </a:r>
          </a:p>
          <a:p>
            <a:pPr>
              <a:spcAft>
                <a:spcPts val="800"/>
              </a:spcAft>
              <a:defRPr sz="1500" b="0">
                <a:solidFill>
                  <a:srgbClr val="DCDCE6"/>
                </a:solidFill>
              </a:defRPr>
            </a:pPr>
            <a:r>
              <a:t>Icônes avec quantités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fond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📤  Export PNG — 1920×1080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36576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DCDCE6"/>
                </a:solidFill>
              </a:defRPr>
            </a:pPr>
            <a:r>
              <a:t>•  Raccourci clavier : Ctrl + E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  <a:defRPr sz="1600">
                <a:solidFill>
                  <a:srgbClr val="DCDCE6"/>
                </a:solidFill>
              </a:defRPr>
            </a:pPr>
            <a:r>
              <a:t>•  Rendu fidèle grâce à html2canvas-pro</a:t>
            </a:r>
          </a:p>
          <a:p>
            <a:pPr lvl="1">
              <a:spcAft>
                <a:spcPts val="1000"/>
              </a:spcAft>
              <a:defRPr sz="1500">
                <a:solidFill>
                  <a:srgbClr val="DCDCE6"/>
                </a:solidFill>
              </a:defRPr>
            </a:pPr>
            <a:r>
              <a:t>    •  Support complet oklab/oklch (Tailwind v4)</a:t>
            </a:r>
          </a:p>
          <a:p>
            <a:pPr lvl="1">
              <a:spcAft>
                <a:spcPts val="1000"/>
              </a:spcAft>
              <a:defRPr sz="1500">
                <a:solidFill>
                  <a:srgbClr val="DCDCE6"/>
                </a:solidFill>
              </a:defRPr>
            </a:pPr>
            <a:r>
              <a:t>    •  Fond de carte inclus dans l'export</a:t>
            </a:r>
          </a:p>
          <a:p>
            <a:pPr lvl="1">
              <a:spcAft>
                <a:spcPts val="1000"/>
              </a:spcAft>
              <a:defRPr sz="1500">
                <a:solidFill>
                  <a:srgbClr val="DCDCE6"/>
                </a:solidFill>
              </a:defRPr>
            </a:pPr>
            <a:r>
              <a:t>    •  Sections et icônes en haute qualité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  <a:defRPr sz="1600">
                <a:solidFill>
                  <a:srgbClr val="DCDCE6"/>
                </a:solidFill>
              </a:defRPr>
            </a:pPr>
            <a:r>
              <a:t>•  Sauvegarde / Chargement JSON</a:t>
            </a:r>
          </a:p>
          <a:p>
            <a:pPr lvl="1">
              <a:spcAft>
                <a:spcPts val="1000"/>
              </a:spcAft>
              <a:defRPr sz="1500">
                <a:solidFill>
                  <a:srgbClr val="DCDCE6"/>
                </a:solidFill>
              </a:defRPr>
            </a:pPr>
            <a:r>
              <a:t>    •  Ctrl + S → sauvegarde (export JSON)</a:t>
            </a:r>
          </a:p>
          <a:p>
            <a:pPr lvl="1">
              <a:spcAft>
                <a:spcPts val="1000"/>
              </a:spcAft>
              <a:defRPr sz="1500">
                <a:solidFill>
                  <a:srgbClr val="DCDCE6"/>
                </a:solidFill>
              </a:defRPr>
            </a:pPr>
            <a:r>
              <a:t>    •  Ctrl + O → chargement (import JSON)</a:t>
            </a:r>
          </a:p>
          <a:p>
            <a:pPr lvl="1">
              <a:spcAft>
                <a:spcPts val="1000"/>
              </a:spcAft>
              <a:defRPr sz="1500">
                <a:solidFill>
                  <a:srgbClr val="DCDCE6"/>
                </a:solidFill>
              </a:defRPr>
            </a:pPr>
            <a:r>
              <a:t>    •  Auto-save dans localStorage à chaque modification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  <a:defRPr sz="1600">
                <a:solidFill>
                  <a:srgbClr val="FFC107"/>
                </a:solidFill>
              </a:defRPr>
            </a:pPr>
            <a:r>
              <a:t>✨ Format idéal pour les posts Discord et les forums</a:t>
            </a:r>
          </a:p>
          <a:p>
            <a:pPr>
              <a:spcAft>
                <a:spcPts val="1000"/>
              </a:spcAft>
              <a:defRPr sz="1600">
                <a:solidFill>
                  <a:srgbClr val="FFC107"/>
                </a:solidFill>
              </a:defRPr>
            </a:pPr>
            <a:r>
              <a:t>✨ Compatible avec tous les fonds de carte Foxhole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5303520" cy="4343400"/>
          </a:xfrm>
          <a:prstGeom prst="roundRect">
            <a:avLst/>
          </a:prstGeom>
          <a:solidFill>
            <a:srgbClr val="2D3241"/>
          </a:solidFill>
          <a:ln w="19050">
            <a:solidFill>
              <a:srgbClr val="586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52400"/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</a:defRPr>
            </a:pPr>
            <a:r>
              <a:t>⌨️  Raccourcis clavier</a:t>
            </a:r>
          </a:p>
          <a:p>
            <a:pPr>
              <a:spcAft>
                <a:spcPts val="400"/>
              </a:spcAft>
              <a:defRPr sz="1000" b="0">
                <a:solidFill>
                  <a:srgbClr val="A0A0AF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DCDCE6"/>
                </a:solidFill>
              </a:defRPr>
            </a:pPr>
            <a:r>
              <a:t>Ctrl + S   →  Sauvegarder (JSON)</a:t>
            </a:r>
          </a:p>
          <a:p>
            <a:pPr>
              <a:spcAft>
                <a:spcPts val="400"/>
              </a:spcAft>
              <a:defRPr sz="1400" b="0">
                <a:solidFill>
                  <a:srgbClr val="DCDCE6"/>
                </a:solidFill>
              </a:defRPr>
            </a:pPr>
            <a:r>
              <a:t>Ctrl + O   →  Charger un fichier</a:t>
            </a:r>
          </a:p>
          <a:p>
            <a:pPr>
              <a:spcAft>
                <a:spcPts val="400"/>
              </a:spcAft>
              <a:defRPr sz="1400" b="0">
                <a:solidFill>
                  <a:srgbClr val="DCDCE6"/>
                </a:solidFill>
              </a:defRPr>
            </a:pPr>
            <a:r>
              <a:t>Ctrl + E   →  Exporter en PNG</a:t>
            </a:r>
          </a:p>
          <a:p>
            <a:pPr>
              <a:spcAft>
                <a:spcPts val="400"/>
              </a:spcAft>
              <a:defRPr sz="1400" b="0">
                <a:solidFill>
                  <a:srgbClr val="DCDCE6"/>
                </a:solidFill>
              </a:defRPr>
            </a:pPr>
            <a:r>
              <a:t>?              →  Aide / raccourcis</a:t>
            </a:r>
          </a:p>
          <a:p>
            <a:pPr>
              <a:spcAft>
                <a:spcPts val="400"/>
              </a:spcAft>
              <a:defRPr sz="1400" b="0">
                <a:solidFill>
                  <a:srgbClr val="DCDCE6"/>
                </a:solidFill>
              </a:defRPr>
            </a:pPr>
            <a:r>
              <a:t>Echap         →  Fermer les modales</a:t>
            </a:r>
          </a:p>
          <a:p>
            <a:pPr>
              <a:spcAft>
                <a:spcPts val="400"/>
              </a:spcAft>
              <a:defRPr sz="1000" b="0">
                <a:solidFill>
                  <a:srgbClr val="A0A0AF"/>
                </a:solidFill>
              </a:defRPr>
            </a:pPr>
          </a:p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</a:defRPr>
            </a:pPr>
            <a:r>
              <a:t>🖱️  Souris</a:t>
            </a:r>
          </a:p>
          <a:p>
            <a:pPr>
              <a:spcAft>
                <a:spcPts val="400"/>
              </a:spcAft>
              <a:defRPr sz="1000" b="0">
                <a:solidFill>
                  <a:srgbClr val="A0A0AF"/>
                </a:solidFill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DCDCE6"/>
                </a:solidFill>
              </a:defRPr>
            </a:pPr>
            <a:r>
              <a:t>Double-clic canvas   →  Nouvelle section</a:t>
            </a:r>
          </a:p>
          <a:p>
            <a:pPr>
              <a:spcAft>
                <a:spcPts val="400"/>
              </a:spcAft>
              <a:defRPr sz="1300" b="0">
                <a:solidFill>
                  <a:srgbClr val="DCDCE6"/>
                </a:solidFill>
              </a:defRPr>
            </a:pPr>
            <a:r>
              <a:t>Drag header          →  Déplacer section</a:t>
            </a:r>
          </a:p>
          <a:p>
            <a:pPr>
              <a:spcAft>
                <a:spcPts val="400"/>
              </a:spcAft>
              <a:defRPr sz="1300" b="0">
                <a:solidFill>
                  <a:srgbClr val="DCDCE6"/>
                </a:solidFill>
              </a:defRPr>
            </a:pPr>
            <a:r>
              <a:t>Drag coin            →  Redimensionner</a:t>
            </a:r>
          </a:p>
          <a:p>
            <a:pPr>
              <a:spcAft>
                <a:spcPts val="400"/>
              </a:spcAft>
              <a:defRPr sz="1300" b="0">
                <a:solidFill>
                  <a:srgbClr val="DCDCE6"/>
                </a:solidFill>
              </a:defRPr>
            </a:pPr>
            <a:r>
              <a:t>Clic icône placé     →  Éditer quantité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fond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📋  MPF Todolist — Fonctionnalités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36576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57F287"/>
                </a:solidFill>
              </a:defRPr>
            </a:pPr>
            <a:r>
              <a:t>🎯 Catalogue MPF complet</a:t>
            </a:r>
          </a:p>
          <a:p>
            <a:pPr lvl="1">
              <a:spcAft>
                <a:spcPts val="1000"/>
              </a:spcAft>
              <a:defRPr sz="1400">
                <a:solidFill>
                  <a:srgbClr val="DCDCE6"/>
                </a:solidFill>
              </a:defRPr>
            </a:pPr>
            <a:r>
              <a:t>    •  Toutes les catégories : Small Arms, Heavy Arms, Munitions,</a:t>
            </a:r>
          </a:p>
          <a:p>
            <a:pPr lvl="1">
              <a:spcAft>
                <a:spcPts val="1000"/>
              </a:spcAft>
              <a:defRPr sz="1400">
                <a:solidFill>
                  <a:srgbClr val="DCDCE6"/>
                </a:solidFill>
              </a:defRPr>
            </a:pPr>
            <a:r>
              <a:t>    •  Véhicules, Navires, Uniformes, Fournitures</a:t>
            </a:r>
          </a:p>
          <a:p>
            <a:pPr lvl="1">
              <a:spcAft>
                <a:spcPts val="1000"/>
              </a:spcAft>
              <a:defRPr sz="1400">
                <a:solidFill>
                  <a:srgbClr val="DCDCE6"/>
                </a:solidFill>
              </a:defRPr>
            </a:pPr>
            <a:r>
              <a:t>    •  Recherche par nom + filtre par faction (Warden / Colonial)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  <a:defRPr sz="1500" b="1">
                <a:solidFill>
                  <a:srgbClr val="57F287"/>
                </a:solidFill>
              </a:defRPr>
            </a:pPr>
            <a:r>
              <a:t>🎯 Calcul automatique des coûts</a:t>
            </a:r>
          </a:p>
          <a:p>
            <a:pPr lvl="1">
              <a:spcAft>
                <a:spcPts val="1000"/>
              </a:spcAft>
              <a:defRPr sz="1400">
                <a:solidFill>
                  <a:srgbClr val="DCDCE6"/>
                </a:solidFill>
              </a:defRPr>
            </a:pPr>
            <a:r>
              <a:t>    •  Bmats / Rmats / Emats / HEmats calculés selon la quantité</a:t>
            </a:r>
          </a:p>
          <a:p>
            <a:pPr lvl="1">
              <a:spcAft>
                <a:spcPts val="1000"/>
              </a:spcAft>
              <a:defRPr sz="1400">
                <a:solidFill>
                  <a:srgbClr val="DCDCE6"/>
                </a:solidFill>
              </a:defRPr>
            </a:pPr>
            <a:r>
              <a:t>    •  Coût total affiché en temps réel dans le preview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  <a:defRPr sz="1500" b="1">
                <a:solidFill>
                  <a:srgbClr val="57F287"/>
                </a:solidFill>
              </a:defRPr>
            </a:pPr>
            <a:r>
              <a:t>🎯 Blocs de texte libres</a:t>
            </a:r>
          </a:p>
          <a:p>
            <a:pPr lvl="1">
              <a:spcAft>
                <a:spcPts val="1000"/>
              </a:spcAft>
              <a:defRPr sz="1400">
                <a:solidFill>
                  <a:srgbClr val="DCDCE6"/>
                </a:solidFill>
              </a:defRPr>
            </a:pPr>
            <a:r>
              <a:t>    •  Ajouter des notes au-dessus, en bas ou par catégorie</a:t>
            </a:r>
          </a:p>
          <a:p>
            <a:pPr lvl="1">
              <a:spcAft>
                <a:spcPts val="1000"/>
              </a:spcAft>
              <a:defRPr sz="1400">
                <a:solidFill>
                  <a:srgbClr val="DCDCE6"/>
                </a:solidFill>
              </a:defRPr>
            </a:pPr>
            <a:r>
              <a:t>    •  Supporte le markdown Discord (gras, italique, souligné)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  <a:defRPr sz="1500" b="1">
                <a:solidFill>
                  <a:srgbClr val="57F287"/>
                </a:solidFill>
              </a:defRPr>
            </a:pPr>
            <a:r>
              <a:t>🎯 Import depuis Discord</a:t>
            </a:r>
          </a:p>
          <a:p>
            <a:pPr lvl="1">
              <a:spcAft>
                <a:spcPts val="1000"/>
              </a:spcAft>
              <a:defRPr sz="1400">
                <a:solidFill>
                  <a:srgbClr val="DCDCE6"/>
                </a:solidFill>
              </a:defRPr>
            </a:pPr>
            <a:r>
              <a:t>    •  Coller un message Discord existant → parsing automatique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5303520" cy="4343400"/>
          </a:xfrm>
          <a:prstGeom prst="roundRect">
            <a:avLst/>
          </a:prstGeom>
          <a:solidFill>
            <a:srgbClr val="3C4150"/>
          </a:solidFill>
          <a:ln w="25400">
            <a:solidFill>
              <a:srgbClr val="646E8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A0A0AF"/>
                </a:solidFill>
              </a:defRPr>
            </a:pPr>
            <a:r>
              <a:t>📸  CAPTURE :</a:t>
            </a:r>
            <a:br/>
            <a:r>
              <a:t>Interface Todolist</a:t>
            </a:r>
            <a:br/>
            <a:r>
              <a:t>(items + sidebar + preview)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fond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📤  Format de sortie — Discord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36576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DCDCE6"/>
                </a:solidFill>
              </a:defRPr>
            </a:pPr>
            <a:r>
              <a:t>•  Génère du texte prêt à coller dans Discord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  <a:defRPr sz="1500">
                <a:solidFill>
                  <a:srgbClr val="DCDCE6"/>
                </a:solidFill>
              </a:defRPr>
            </a:pPr>
            <a:r>
              <a:t>•  Structure du message :</a:t>
            </a:r>
          </a:p>
          <a:p>
            <a:pPr lvl="1">
              <a:spcAft>
                <a:spcPts val="1000"/>
              </a:spcAft>
              <a:defRPr sz="1400">
                <a:solidFill>
                  <a:srgbClr val="DCDCE6"/>
                </a:solidFill>
              </a:defRPr>
            </a:pPr>
            <a:r>
              <a:t>    •  __**TITRE DD/MM**__</a:t>
            </a:r>
          </a:p>
          <a:p>
            <a:pPr lvl="1">
              <a:spcAft>
                <a:spcPts val="1000"/>
              </a:spcAft>
              <a:defRPr sz="1400">
                <a:solidFill>
                  <a:srgbClr val="DCDCE6"/>
                </a:solidFill>
              </a:defRPr>
            </a:pPr>
            <a:r>
              <a:t>    •  (date auto si activée)</a:t>
            </a:r>
          </a:p>
          <a:p>
            <a:pPr>
              <a:spcAft>
                <a:spcPts val="1000"/>
              </a:spcAft>
            </a:pPr>
          </a:p>
          <a:p>
            <a:pPr lvl="1">
              <a:spcAft>
                <a:spcPts val="1000"/>
              </a:spcAft>
              <a:defRPr sz="1400">
                <a:solidFill>
                  <a:srgbClr val="DCDCE6"/>
                </a:solidFill>
              </a:defRPr>
            </a:pPr>
            <a:r>
              <a:t>    •  **__Catégorie__**</a:t>
            </a:r>
          </a:p>
          <a:p>
            <a:pPr lvl="1">
              <a:spcAft>
                <a:spcPts val="1000"/>
              </a:spcAft>
              <a:defRPr sz="1400">
                <a:solidFill>
                  <a:srgbClr val="DCDCE6"/>
                </a:solidFill>
              </a:defRPr>
            </a:pPr>
            <a:r>
              <a:t>    •  🇦・Item Name – X Bmats (x2)</a:t>
            </a:r>
          </a:p>
          <a:p>
            <a:pPr lvl="1">
              <a:spcAft>
                <a:spcPts val="1000"/>
              </a:spcAft>
              <a:defRPr sz="1400">
                <a:solidFill>
                  <a:srgbClr val="DCDCE6"/>
                </a:solidFill>
              </a:defRPr>
            </a:pPr>
            <a:r>
              <a:t>    •  🇧・Item Name – X Rmats</a:t>
            </a:r>
          </a:p>
          <a:p>
            <a:pPr lvl="1">
              <a:spcAft>
                <a:spcPts val="1000"/>
              </a:spcAft>
              <a:defRPr sz="1400">
                <a:solidFill>
                  <a:srgbClr val="DCDCE6"/>
                </a:solidFill>
              </a:defRPr>
            </a:pPr>
            <a:r>
              <a:t>    •  ...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  <a:defRPr sz="1500">
                <a:solidFill>
                  <a:srgbClr val="FFC107"/>
                </a:solidFill>
              </a:defRPr>
            </a:pPr>
            <a:r>
              <a:t>✨ Lettres indicatrices régionales (🇦 🇧 🇨…)</a:t>
            </a:r>
          </a:p>
          <a:p>
            <a:pPr>
              <a:spcAft>
                <a:spcPts val="1000"/>
              </a:spcAft>
              <a:defRPr sz="1500">
                <a:solidFill>
                  <a:srgbClr val="FFC107"/>
                </a:solidFill>
              </a:defRPr>
            </a:pPr>
            <a:r>
              <a:t>✨ Coûts MPF calculés et affichés</a:t>
            </a:r>
          </a:p>
          <a:p>
            <a:pPr>
              <a:spcAft>
                <a:spcPts val="1000"/>
              </a:spcAft>
              <a:defRPr sz="1500">
                <a:solidFill>
                  <a:srgbClr val="FFC107"/>
                </a:solidFill>
              </a:defRPr>
            </a:pPr>
            <a:r>
              <a:t>✨ Multiplicateur (x2, x5…) inclus</a:t>
            </a:r>
          </a:p>
          <a:p>
            <a:pPr>
              <a:spcAft>
                <a:spcPts val="1000"/>
              </a:spcAft>
              <a:defRPr sz="1500">
                <a:solidFill>
                  <a:srgbClr val="FFC107"/>
                </a:solidFill>
              </a:defRPr>
            </a:pPr>
            <a:r>
              <a:t>✨ Blocs de texte libres positionnés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486400" cy="4343400"/>
          </a:xfrm>
          <a:prstGeom prst="roundRect">
            <a:avLst/>
          </a:prstGeom>
          <a:solidFill>
            <a:srgbClr val="1E2330"/>
          </a:solidFill>
          <a:ln w="25400">
            <a:solidFill>
              <a:srgbClr val="586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77800"/>
          <a:lstStyle/>
          <a:p>
            <a:pPr algn="ctr">
              <a:spcAft>
                <a:spcPts val="300"/>
              </a:spcAft>
              <a:defRPr sz="1600" b="1">
                <a:solidFill>
                  <a:srgbClr val="FFC107"/>
                </a:solidFill>
              </a:defRPr>
            </a:pPr>
            <a:r>
              <a:t>Exemple de sortie :</a:t>
            </a:r>
          </a:p>
          <a:p>
            <a:pPr>
              <a:spcAft>
                <a:spcPts val="300"/>
              </a:spcAft>
              <a:defRPr sz="800" b="0">
                <a:solidFill>
                  <a:srgbClr val="A0A0AF"/>
                </a:solidFill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FFFFFF"/>
                </a:solidFill>
              </a:defRPr>
            </a:pPr>
            <a:r>
              <a:t>__**LOGI TODOLIST 14/05**__</a:t>
            </a:r>
          </a:p>
          <a:p>
            <a:pPr>
              <a:spcAft>
                <a:spcPts val="300"/>
              </a:spcAft>
              <a:defRPr sz="800" b="0">
                <a:solidFill>
                  <a:srgbClr val="A0A0AF"/>
                </a:solidFill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57F287"/>
                </a:solidFill>
              </a:defRPr>
            </a:pPr>
            <a:r>
              <a:t>**__Small Arms__**</a:t>
            </a:r>
          </a:p>
          <a:p>
            <a:pPr>
              <a:spcAft>
                <a:spcPts val="300"/>
              </a:spcAft>
              <a:defRPr sz="1300" b="0">
                <a:solidFill>
                  <a:srgbClr val="DCDCE6"/>
                </a:solidFill>
              </a:defRPr>
            </a:pPr>
            <a:r>
              <a:t>🇦・Argenti r.II – 100 Bmats</a:t>
            </a:r>
          </a:p>
          <a:p>
            <a:pPr>
              <a:spcAft>
                <a:spcPts val="300"/>
              </a:spcAft>
              <a:defRPr sz="1300" b="0">
                <a:solidFill>
                  <a:srgbClr val="DCDCE6"/>
                </a:solidFill>
              </a:defRPr>
            </a:pPr>
            <a:r>
              <a:t>🇧・Catena r.II – 100 Bmats (x2)</a:t>
            </a:r>
          </a:p>
          <a:p>
            <a:pPr>
              <a:spcAft>
                <a:spcPts val="300"/>
              </a:spcAft>
              <a:defRPr sz="800" b="0">
                <a:solidFill>
                  <a:srgbClr val="A0A0AF"/>
                </a:solidFill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57F287"/>
                </a:solidFill>
              </a:defRPr>
            </a:pPr>
            <a:r>
              <a:t>**__Vehicles__**</a:t>
            </a:r>
          </a:p>
          <a:p>
            <a:pPr>
              <a:spcAft>
                <a:spcPts val="300"/>
              </a:spcAft>
              <a:defRPr sz="1300" b="0">
                <a:solidFill>
                  <a:srgbClr val="DCDCE6"/>
                </a:solidFill>
              </a:defRPr>
            </a:pPr>
            <a:r>
              <a:t>🇦・Dunne Loadlugger – 250 Bmats</a:t>
            </a:r>
          </a:p>
          <a:p>
            <a:pPr>
              <a:spcAft>
                <a:spcPts val="300"/>
              </a:spcAft>
              <a:defRPr sz="1300" b="0">
                <a:solidFill>
                  <a:srgbClr val="DCDCE6"/>
                </a:solidFill>
              </a:defRPr>
            </a:pPr>
            <a:r>
              <a:t>🇧・BMS Mineseeker – 150 Bmats</a:t>
            </a:r>
          </a:p>
          <a:p>
            <a:pPr>
              <a:spcAft>
                <a:spcPts val="300"/>
              </a:spcAft>
              <a:defRPr sz="1200" b="0">
                <a:solidFill>
                  <a:srgbClr val="A0A0AF"/>
                </a:solidFill>
              </a:defRPr>
            </a:pPr>
            <a:r>
              <a:t>  – 25 Rmats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fond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🔄  Import &amp; Preview en temps réel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36576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DCDCE6"/>
                </a:solidFill>
              </a:defRPr>
            </a:pPr>
            <a:r>
              <a:t>•  📥 Import depuis Discord</a:t>
            </a:r>
          </a:p>
          <a:p>
            <a:pPr lvl="1">
              <a:spcAft>
                <a:spcPts val="1000"/>
              </a:spcAft>
              <a:defRPr sz="1400">
                <a:solidFill>
                  <a:srgbClr val="DCDCE6"/>
                </a:solidFill>
              </a:defRPr>
            </a:pPr>
            <a:r>
              <a:t>    •  Bouton "Charger" → coller un message Discord existant</a:t>
            </a:r>
          </a:p>
          <a:p>
            <a:pPr lvl="1">
              <a:spcAft>
                <a:spcPts val="1000"/>
              </a:spcAft>
              <a:defRPr sz="1400">
                <a:solidFill>
                  <a:srgbClr val="DCDCE6"/>
                </a:solidFill>
              </a:defRPr>
            </a:pPr>
            <a:r>
              <a:t>    •  Parsing automatique du format __**Titre**__ + items</a:t>
            </a:r>
          </a:p>
          <a:p>
            <a:pPr lvl="1">
              <a:spcAft>
                <a:spcPts val="1000"/>
              </a:spcAft>
              <a:defRPr sz="1400">
                <a:solidFill>
                  <a:srgbClr val="DCDCE6"/>
                </a:solidFill>
              </a:defRPr>
            </a:pPr>
            <a:r>
              <a:t>    •  Lettres 🇦 🇧 🇨… ou A- B- C- reconnues</a:t>
            </a:r>
          </a:p>
          <a:p>
            <a:pPr lvl="1">
              <a:spcAft>
                <a:spcPts val="1000"/>
              </a:spcAft>
              <a:defRPr sz="1400">
                <a:solidFill>
                  <a:srgbClr val="DCDCE6"/>
                </a:solidFill>
              </a:defRPr>
            </a:pPr>
            <a:r>
              <a:t>    •  Quantités (x5) et coûts préservés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  <a:defRPr sz="1500">
                <a:solidFill>
                  <a:srgbClr val="DCDCE6"/>
                </a:solidFill>
              </a:defRPr>
            </a:pPr>
            <a:r>
              <a:t>•  👁️ Preview en temps réel</a:t>
            </a:r>
          </a:p>
          <a:p>
            <a:pPr lvl="1">
              <a:spcAft>
                <a:spcPts val="1000"/>
              </a:spcAft>
              <a:defRPr sz="1400">
                <a:solidFill>
                  <a:srgbClr val="DCDCE6"/>
                </a:solidFill>
              </a:defRPr>
            </a:pPr>
            <a:r>
              <a:t>    •  Affichage côte à côte éditeur / rendu final</a:t>
            </a:r>
          </a:p>
          <a:p>
            <a:pPr lvl="1">
              <a:spcAft>
                <a:spcPts val="1000"/>
              </a:spcAft>
              <a:defRPr sz="1400">
                <a:solidFill>
                  <a:srgbClr val="DCDCE6"/>
                </a:solidFill>
              </a:defRPr>
            </a:pPr>
            <a:r>
              <a:t>    •  Emojis Discord renderisés (⚠️ ✅ ❌ ⏰…)</a:t>
            </a:r>
          </a:p>
          <a:p>
            <a:pPr lvl="1">
              <a:spcAft>
                <a:spcPts val="1000"/>
              </a:spcAft>
              <a:defRPr sz="1400">
                <a:solidFill>
                  <a:srgbClr val="DCDCE6"/>
                </a:solidFill>
              </a:defRPr>
            </a:pPr>
            <a:r>
              <a:t>    •  Markdown Discord simulé (gras, italique, souligné)</a:t>
            </a:r>
          </a:p>
          <a:p>
            <a:pPr lvl="1">
              <a:spcAft>
                <a:spcPts val="1000"/>
              </a:spcAft>
              <a:defRPr sz="1400">
                <a:solidFill>
                  <a:srgbClr val="DCDCE6"/>
                </a:solidFill>
              </a:defRPr>
            </a:pPr>
            <a:r>
              <a:t>    •  Bouton copie en un clic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  <a:defRPr sz="1500">
                <a:solidFill>
                  <a:srgbClr val="DCDCE6"/>
                </a:solidFill>
              </a:defRPr>
            </a:pPr>
            <a:r>
              <a:t>•  💾 Auto-save</a:t>
            </a:r>
          </a:p>
          <a:p>
            <a:pPr lvl="1">
              <a:spcAft>
                <a:spcPts val="1000"/>
              </a:spcAft>
              <a:defRPr sz="1400">
                <a:solidFill>
                  <a:srgbClr val="DCDCE6"/>
                </a:solidFill>
              </a:defRPr>
            </a:pPr>
            <a:r>
              <a:t>    •  La todolist est sauvegardée automatiquement dans localStorage</a:t>
            </a:r>
          </a:p>
          <a:p>
            <a:pPr lvl="1">
              <a:spcAft>
                <a:spcPts val="1000"/>
              </a:spcAft>
              <a:defRPr sz="1400">
                <a:solidFill>
                  <a:srgbClr val="DCDCE6"/>
                </a:solidFill>
              </a:defRPr>
            </a:pPr>
            <a:r>
              <a:t>    •  Rechargement de page → retrouve l'état précédent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5303520" cy="4343400"/>
          </a:xfrm>
          <a:prstGeom prst="roundRect">
            <a:avLst/>
          </a:prstGeom>
          <a:solidFill>
            <a:srgbClr val="3C4150"/>
          </a:solidFill>
          <a:ln w="25400">
            <a:solidFill>
              <a:srgbClr val="646E8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A0A0AF"/>
                </a:solidFill>
              </a:defRPr>
            </a:pPr>
            <a:r>
              <a:t>📸  CAPTURE :</a:t>
            </a:r>
            <a:br/>
            <a:r>
              <a:t>Modal d'import</a:t>
            </a:r>
            <a:br/>
            <a:r>
              <a:t>+</a:t>
            </a:r>
            <a:br/>
            <a:r>
              <a:t>Preview Discord simulé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5" name="Picture 24" descr="fond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🛠️  Stack technique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36576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2194560" cy="457200"/>
          </a:xfrm>
          <a:prstGeom prst="round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TypeScript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4630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DCE6"/>
                </a:solidFill>
              </a:defRPr>
            </a:pPr>
            <a:r>
              <a:t>Typage statique, maintenabilité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194560" cy="457200"/>
          </a:xfrm>
          <a:prstGeom prst="round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33172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DCE6"/>
                </a:solidFill>
              </a:defRPr>
            </a:pPr>
            <a:r>
              <a:t>Build ultra-rapide, HMR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2194560" cy="457200"/>
          </a:xfrm>
          <a:prstGeom prst="round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Tailwind CSS v4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20040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DCE6"/>
                </a:solidFill>
              </a:defRPr>
            </a:pPr>
            <a:r>
              <a:t>Utility-first, styles modernes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23359"/>
            <a:ext cx="2194560" cy="457200"/>
          </a:xfrm>
          <a:prstGeom prst="round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interact.js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4069079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DCE6"/>
                </a:solidFill>
              </a:defRPr>
            </a:pPr>
            <a:r>
              <a:t>Drag/resize des sections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892040"/>
            <a:ext cx="2194560" cy="457200"/>
          </a:xfrm>
          <a:prstGeom prst="round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SortableJS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937759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DCE6"/>
                </a:solidFill>
              </a:defRPr>
            </a:pPr>
            <a:r>
              <a:t>Réordonnancement des icônes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2194560" cy="457200"/>
          </a:xfrm>
          <a:prstGeom prst="round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html2canvas-pro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4630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DCE6"/>
                </a:solidFill>
              </a:defRPr>
            </a:pPr>
            <a:r>
              <a:t>Export PNG (support oklch/oklab)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286000"/>
            <a:ext cx="2194560" cy="457200"/>
          </a:xfrm>
          <a:prstGeom prst="round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JSON local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33172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DCE6"/>
                </a:solidFill>
              </a:defRPr>
            </a:pPr>
            <a:r>
              <a:t>Sauvegarde templates + todolists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154680"/>
            <a:ext cx="2194560" cy="457200"/>
          </a:xfrm>
          <a:prstGeom prst="round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Vite + GitHub Pages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20040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DCE6"/>
                </a:solidFill>
              </a:defRPr>
            </a:pPr>
            <a:r>
              <a:t>CI/CD automatique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023359"/>
            <a:ext cx="2194560" cy="457200"/>
          </a:xfrm>
          <a:prstGeom prst="round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Jest + ts-jest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069079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DCE6"/>
                </a:solidFill>
              </a:defRPr>
            </a:pPr>
            <a:r>
              <a:t>Tests unitaires TypeScript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892040"/>
            <a:ext cx="2194560" cy="457200"/>
          </a:xfrm>
          <a:prstGeom prst="round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CC BY-NC 4.0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937759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DCE6"/>
                </a:solidFill>
              </a:defRPr>
            </a:pPr>
            <a:r>
              <a:t>Licence open-source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43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i="1">
                <a:solidFill>
                  <a:srgbClr val="A0A0AF"/>
                </a:solidFill>
              </a:defRPr>
            </a:pPr>
            <a:r>
              <a:t>📦  npm install  →  npm run dev  |  Tests : npm test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" name="Picture 8" descr="fond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200" y="1828800"/>
            <a:ext cx="1127729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🎮  Prêt à l'emploi 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246120"/>
            <a:ext cx="11277295" cy="36576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A0A0AF"/>
                </a:solidFill>
              </a:defRPr>
            </a:pPr>
            <a:r>
              <a:t>Questions / retours ? Ouvrez une issue sur GitHub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572000"/>
            <a:ext cx="2560320" cy="457200"/>
          </a:xfrm>
          <a:prstGeom prst="roundRect">
            <a:avLst/>
          </a:prstGeom>
          <a:solidFill>
            <a:srgbClr val="3C503C"/>
          </a:solidFill>
          <a:ln w="12700">
            <a:solidFill>
              <a:srgbClr val="3C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📄  CC BY-NC 4.0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4572000"/>
            <a:ext cx="2560320" cy="457200"/>
          </a:xfrm>
          <a:prstGeom prst="roundRect">
            <a:avLst/>
          </a:prstGeom>
          <a:solidFill>
            <a:srgbClr val="5865F2"/>
          </a:solidFill>
          <a:ln w="12700">
            <a:solidFill>
              <a:srgbClr val="586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🌐  GitHub Pages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4572000"/>
            <a:ext cx="3108960" cy="457200"/>
          </a:xfrm>
          <a:prstGeom prst="roundRect">
            <a:avLst/>
          </a:prstGeom>
          <a:solidFill>
            <a:srgbClr val="FA8231"/>
          </a:solidFill>
          <a:ln w="12700">
            <a:solidFill>
              <a:srgbClr val="FA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🦊  Foxhole by Siege 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A0A0AF"/>
                </a:solidFill>
              </a:defRPr>
            </a:pPr>
            <a:r>
              <a:t>Made with ❤️ for the 11eRC-FL  —  v2.0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