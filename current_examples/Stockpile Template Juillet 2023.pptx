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Playfair Display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+lhYkI13TbnZGJlgMC5hGKnCB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layfairDis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PlayfairDisplay-regular.fntdata"/><Relationship Id="rId11" Type="http://schemas.openxmlformats.org/officeDocument/2006/relationships/font" Target="fonts/PlayfairDisplay-boldItalic.fntdata"/><Relationship Id="rId10" Type="http://schemas.openxmlformats.org/officeDocument/2006/relationships/font" Target="fonts/PlayfairDisplay-italic.fntdata"/><Relationship Id="rId12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a14c308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5a14c3089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25a14c3089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5a14c30895_0_7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25a14c30895_0_7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25a14c30895_0_7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5a14c30895_0_1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25a14c30895_0_1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g25a14c30895_0_12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40" Type="http://schemas.openxmlformats.org/officeDocument/2006/relationships/image" Target="../media/image26.png"/><Relationship Id="rId42" Type="http://schemas.openxmlformats.org/officeDocument/2006/relationships/image" Target="../media/image32.png"/><Relationship Id="rId41" Type="http://schemas.openxmlformats.org/officeDocument/2006/relationships/image" Target="../media/image47.png"/><Relationship Id="rId44" Type="http://schemas.openxmlformats.org/officeDocument/2006/relationships/image" Target="../media/image37.png"/><Relationship Id="rId43" Type="http://schemas.openxmlformats.org/officeDocument/2006/relationships/image" Target="../media/image36.png"/><Relationship Id="rId46" Type="http://schemas.openxmlformats.org/officeDocument/2006/relationships/image" Target="../media/image30.png"/><Relationship Id="rId45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48" Type="http://schemas.openxmlformats.org/officeDocument/2006/relationships/image" Target="../media/image68.png"/><Relationship Id="rId47" Type="http://schemas.openxmlformats.org/officeDocument/2006/relationships/image" Target="../media/image38.png"/><Relationship Id="rId49" Type="http://schemas.openxmlformats.org/officeDocument/2006/relationships/image" Target="../media/image34.png"/><Relationship Id="rId5" Type="http://schemas.openxmlformats.org/officeDocument/2006/relationships/image" Target="../media/image59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31" Type="http://schemas.openxmlformats.org/officeDocument/2006/relationships/image" Target="../media/image15.png"/><Relationship Id="rId30" Type="http://schemas.openxmlformats.org/officeDocument/2006/relationships/image" Target="../media/image28.png"/><Relationship Id="rId33" Type="http://schemas.openxmlformats.org/officeDocument/2006/relationships/image" Target="../media/image20.png"/><Relationship Id="rId32" Type="http://schemas.openxmlformats.org/officeDocument/2006/relationships/image" Target="../media/image19.png"/><Relationship Id="rId35" Type="http://schemas.openxmlformats.org/officeDocument/2006/relationships/image" Target="../media/image22.png"/><Relationship Id="rId34" Type="http://schemas.openxmlformats.org/officeDocument/2006/relationships/image" Target="../media/image48.png"/><Relationship Id="rId37" Type="http://schemas.openxmlformats.org/officeDocument/2006/relationships/image" Target="../media/image65.png"/><Relationship Id="rId36" Type="http://schemas.openxmlformats.org/officeDocument/2006/relationships/image" Target="../media/image21.png"/><Relationship Id="rId39" Type="http://schemas.openxmlformats.org/officeDocument/2006/relationships/image" Target="../media/image52.png"/><Relationship Id="rId38" Type="http://schemas.openxmlformats.org/officeDocument/2006/relationships/image" Target="../media/image23.png"/><Relationship Id="rId20" Type="http://schemas.openxmlformats.org/officeDocument/2006/relationships/image" Target="../media/image39.png"/><Relationship Id="rId22" Type="http://schemas.openxmlformats.org/officeDocument/2006/relationships/image" Target="../media/image4.png"/><Relationship Id="rId21" Type="http://schemas.openxmlformats.org/officeDocument/2006/relationships/image" Target="../media/image70.png"/><Relationship Id="rId24" Type="http://schemas.openxmlformats.org/officeDocument/2006/relationships/image" Target="../media/image14.png"/><Relationship Id="rId23" Type="http://schemas.openxmlformats.org/officeDocument/2006/relationships/image" Target="../media/image12.png"/><Relationship Id="rId26" Type="http://schemas.openxmlformats.org/officeDocument/2006/relationships/image" Target="../media/image18.png"/><Relationship Id="rId25" Type="http://schemas.openxmlformats.org/officeDocument/2006/relationships/image" Target="../media/image25.png"/><Relationship Id="rId28" Type="http://schemas.openxmlformats.org/officeDocument/2006/relationships/image" Target="../media/image16.png"/><Relationship Id="rId27" Type="http://schemas.openxmlformats.org/officeDocument/2006/relationships/image" Target="../media/image17.png"/><Relationship Id="rId29" Type="http://schemas.openxmlformats.org/officeDocument/2006/relationships/image" Target="../media/image24.png"/><Relationship Id="rId51" Type="http://schemas.openxmlformats.org/officeDocument/2006/relationships/image" Target="../media/image41.png"/><Relationship Id="rId50" Type="http://schemas.openxmlformats.org/officeDocument/2006/relationships/image" Target="../media/image33.png"/><Relationship Id="rId53" Type="http://schemas.openxmlformats.org/officeDocument/2006/relationships/image" Target="../media/image51.png"/><Relationship Id="rId52" Type="http://schemas.openxmlformats.org/officeDocument/2006/relationships/image" Target="../media/image40.png"/><Relationship Id="rId11" Type="http://schemas.openxmlformats.org/officeDocument/2006/relationships/image" Target="../media/image31.png"/><Relationship Id="rId55" Type="http://schemas.openxmlformats.org/officeDocument/2006/relationships/image" Target="../media/image58.png"/><Relationship Id="rId10" Type="http://schemas.openxmlformats.org/officeDocument/2006/relationships/image" Target="../media/image35.png"/><Relationship Id="rId54" Type="http://schemas.openxmlformats.org/officeDocument/2006/relationships/image" Target="../media/image50.png"/><Relationship Id="rId13" Type="http://schemas.openxmlformats.org/officeDocument/2006/relationships/image" Target="../media/image3.png"/><Relationship Id="rId57" Type="http://schemas.openxmlformats.org/officeDocument/2006/relationships/image" Target="../media/image42.png"/><Relationship Id="rId12" Type="http://schemas.openxmlformats.org/officeDocument/2006/relationships/image" Target="../media/image9.png"/><Relationship Id="rId56" Type="http://schemas.openxmlformats.org/officeDocument/2006/relationships/image" Target="../media/image44.png"/><Relationship Id="rId15" Type="http://schemas.openxmlformats.org/officeDocument/2006/relationships/image" Target="../media/image49.png"/><Relationship Id="rId59" Type="http://schemas.openxmlformats.org/officeDocument/2006/relationships/image" Target="../media/image45.png"/><Relationship Id="rId14" Type="http://schemas.openxmlformats.org/officeDocument/2006/relationships/image" Target="../media/image27.png"/><Relationship Id="rId58" Type="http://schemas.openxmlformats.org/officeDocument/2006/relationships/image" Target="../media/image46.png"/><Relationship Id="rId17" Type="http://schemas.openxmlformats.org/officeDocument/2006/relationships/image" Target="../media/image10.png"/><Relationship Id="rId16" Type="http://schemas.openxmlformats.org/officeDocument/2006/relationships/image" Target="../media/image62.png"/><Relationship Id="rId19" Type="http://schemas.openxmlformats.org/officeDocument/2006/relationships/image" Target="../media/image2.png"/><Relationship Id="rId1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image" Target="../media/image117.png"/><Relationship Id="rId42" Type="http://schemas.openxmlformats.org/officeDocument/2006/relationships/image" Target="../media/image119.png"/><Relationship Id="rId41" Type="http://schemas.openxmlformats.org/officeDocument/2006/relationships/image" Target="../media/image84.png"/><Relationship Id="rId44" Type="http://schemas.openxmlformats.org/officeDocument/2006/relationships/image" Target="../media/image25.png"/><Relationship Id="rId43" Type="http://schemas.openxmlformats.org/officeDocument/2006/relationships/image" Target="../media/image111.png"/><Relationship Id="rId46" Type="http://schemas.openxmlformats.org/officeDocument/2006/relationships/image" Target="../media/image94.png"/><Relationship Id="rId45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85.png"/><Relationship Id="rId9" Type="http://schemas.openxmlformats.org/officeDocument/2006/relationships/image" Target="../media/image67.png"/><Relationship Id="rId48" Type="http://schemas.openxmlformats.org/officeDocument/2006/relationships/image" Target="../media/image88.png"/><Relationship Id="rId47" Type="http://schemas.openxmlformats.org/officeDocument/2006/relationships/image" Target="../media/image90.png"/><Relationship Id="rId49" Type="http://schemas.openxmlformats.org/officeDocument/2006/relationships/image" Target="../media/image100.png"/><Relationship Id="rId5" Type="http://schemas.openxmlformats.org/officeDocument/2006/relationships/image" Target="../media/image56.png"/><Relationship Id="rId6" Type="http://schemas.openxmlformats.org/officeDocument/2006/relationships/image" Target="../media/image55.png"/><Relationship Id="rId7" Type="http://schemas.openxmlformats.org/officeDocument/2006/relationships/image" Target="../media/image57.png"/><Relationship Id="rId8" Type="http://schemas.openxmlformats.org/officeDocument/2006/relationships/image" Target="../media/image53.png"/><Relationship Id="rId31" Type="http://schemas.openxmlformats.org/officeDocument/2006/relationships/image" Target="../media/image80.png"/><Relationship Id="rId30" Type="http://schemas.openxmlformats.org/officeDocument/2006/relationships/image" Target="../media/image79.png"/><Relationship Id="rId33" Type="http://schemas.openxmlformats.org/officeDocument/2006/relationships/image" Target="../media/image93.png"/><Relationship Id="rId32" Type="http://schemas.openxmlformats.org/officeDocument/2006/relationships/image" Target="../media/image78.png"/><Relationship Id="rId35" Type="http://schemas.openxmlformats.org/officeDocument/2006/relationships/image" Target="../media/image95.png"/><Relationship Id="rId34" Type="http://schemas.openxmlformats.org/officeDocument/2006/relationships/image" Target="../media/image76.png"/><Relationship Id="rId37" Type="http://schemas.openxmlformats.org/officeDocument/2006/relationships/image" Target="../media/image74.png"/><Relationship Id="rId36" Type="http://schemas.openxmlformats.org/officeDocument/2006/relationships/image" Target="../media/image75.png"/><Relationship Id="rId39" Type="http://schemas.openxmlformats.org/officeDocument/2006/relationships/image" Target="../media/image101.png"/><Relationship Id="rId38" Type="http://schemas.openxmlformats.org/officeDocument/2006/relationships/image" Target="../media/image112.png"/><Relationship Id="rId62" Type="http://schemas.openxmlformats.org/officeDocument/2006/relationships/image" Target="../media/image158.png"/><Relationship Id="rId61" Type="http://schemas.openxmlformats.org/officeDocument/2006/relationships/image" Target="../media/image126.png"/><Relationship Id="rId20" Type="http://schemas.openxmlformats.org/officeDocument/2006/relationships/image" Target="../media/image64.png"/><Relationship Id="rId64" Type="http://schemas.openxmlformats.org/officeDocument/2006/relationships/image" Target="../media/image104.png"/><Relationship Id="rId63" Type="http://schemas.openxmlformats.org/officeDocument/2006/relationships/image" Target="../media/image105.png"/><Relationship Id="rId22" Type="http://schemas.openxmlformats.org/officeDocument/2006/relationships/image" Target="../media/image82.png"/><Relationship Id="rId66" Type="http://schemas.openxmlformats.org/officeDocument/2006/relationships/image" Target="../media/image133.png"/><Relationship Id="rId21" Type="http://schemas.openxmlformats.org/officeDocument/2006/relationships/image" Target="../media/image163.png"/><Relationship Id="rId65" Type="http://schemas.openxmlformats.org/officeDocument/2006/relationships/image" Target="../media/image138.png"/><Relationship Id="rId24" Type="http://schemas.openxmlformats.org/officeDocument/2006/relationships/image" Target="../media/image66.png"/><Relationship Id="rId68" Type="http://schemas.openxmlformats.org/officeDocument/2006/relationships/image" Target="../media/image121.png"/><Relationship Id="rId23" Type="http://schemas.openxmlformats.org/officeDocument/2006/relationships/image" Target="../media/image87.png"/><Relationship Id="rId67" Type="http://schemas.openxmlformats.org/officeDocument/2006/relationships/image" Target="../media/image110.png"/><Relationship Id="rId60" Type="http://schemas.openxmlformats.org/officeDocument/2006/relationships/image" Target="../media/image107.png"/><Relationship Id="rId26" Type="http://schemas.openxmlformats.org/officeDocument/2006/relationships/image" Target="../media/image91.png"/><Relationship Id="rId25" Type="http://schemas.openxmlformats.org/officeDocument/2006/relationships/image" Target="../media/image103.png"/><Relationship Id="rId28" Type="http://schemas.openxmlformats.org/officeDocument/2006/relationships/image" Target="../media/image73.png"/><Relationship Id="rId27" Type="http://schemas.openxmlformats.org/officeDocument/2006/relationships/image" Target="../media/image77.png"/><Relationship Id="rId29" Type="http://schemas.openxmlformats.org/officeDocument/2006/relationships/image" Target="../media/image86.png"/><Relationship Id="rId51" Type="http://schemas.openxmlformats.org/officeDocument/2006/relationships/image" Target="../media/image92.png"/><Relationship Id="rId50" Type="http://schemas.openxmlformats.org/officeDocument/2006/relationships/image" Target="../media/image125.png"/><Relationship Id="rId53" Type="http://schemas.openxmlformats.org/officeDocument/2006/relationships/image" Target="../media/image102.png"/><Relationship Id="rId52" Type="http://schemas.openxmlformats.org/officeDocument/2006/relationships/image" Target="../media/image149.png"/><Relationship Id="rId11" Type="http://schemas.openxmlformats.org/officeDocument/2006/relationships/image" Target="../media/image61.png"/><Relationship Id="rId55" Type="http://schemas.openxmlformats.org/officeDocument/2006/relationships/image" Target="../media/image98.png"/><Relationship Id="rId10" Type="http://schemas.openxmlformats.org/officeDocument/2006/relationships/image" Target="../media/image54.png"/><Relationship Id="rId54" Type="http://schemas.openxmlformats.org/officeDocument/2006/relationships/image" Target="../media/image96.png"/><Relationship Id="rId13" Type="http://schemas.openxmlformats.org/officeDocument/2006/relationships/image" Target="../media/image69.png"/><Relationship Id="rId57" Type="http://schemas.openxmlformats.org/officeDocument/2006/relationships/image" Target="../media/image116.png"/><Relationship Id="rId12" Type="http://schemas.openxmlformats.org/officeDocument/2006/relationships/image" Target="../media/image81.png"/><Relationship Id="rId56" Type="http://schemas.openxmlformats.org/officeDocument/2006/relationships/image" Target="../media/image97.png"/><Relationship Id="rId15" Type="http://schemas.openxmlformats.org/officeDocument/2006/relationships/image" Target="../media/image72.png"/><Relationship Id="rId59" Type="http://schemas.openxmlformats.org/officeDocument/2006/relationships/image" Target="../media/image106.png"/><Relationship Id="rId14" Type="http://schemas.openxmlformats.org/officeDocument/2006/relationships/image" Target="../media/image89.png"/><Relationship Id="rId58" Type="http://schemas.openxmlformats.org/officeDocument/2006/relationships/image" Target="../media/image99.png"/><Relationship Id="rId17" Type="http://schemas.openxmlformats.org/officeDocument/2006/relationships/image" Target="../media/image63.png"/><Relationship Id="rId16" Type="http://schemas.openxmlformats.org/officeDocument/2006/relationships/image" Target="../media/image60.png"/><Relationship Id="rId19" Type="http://schemas.openxmlformats.org/officeDocument/2006/relationships/image" Target="../media/image83.png"/><Relationship Id="rId18" Type="http://schemas.openxmlformats.org/officeDocument/2006/relationships/image" Target="../media/image71.png"/></Relationships>
</file>

<file path=ppt/slides/_rels/slide3.xml.rels><?xml version="1.0" encoding="UTF-8" standalone="yes"?><Relationships xmlns="http://schemas.openxmlformats.org/package/2006/relationships"><Relationship Id="rId40" Type="http://schemas.openxmlformats.org/officeDocument/2006/relationships/image" Target="../media/image146.png"/><Relationship Id="rId42" Type="http://schemas.openxmlformats.org/officeDocument/2006/relationships/image" Target="../media/image151.png"/><Relationship Id="rId41" Type="http://schemas.openxmlformats.org/officeDocument/2006/relationships/image" Target="../media/image159.png"/><Relationship Id="rId44" Type="http://schemas.openxmlformats.org/officeDocument/2006/relationships/image" Target="../media/image150.png"/><Relationship Id="rId43" Type="http://schemas.openxmlformats.org/officeDocument/2006/relationships/image" Target="../media/image161.png"/><Relationship Id="rId46" Type="http://schemas.openxmlformats.org/officeDocument/2006/relationships/image" Target="../media/image154.png"/><Relationship Id="rId45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9" Type="http://schemas.openxmlformats.org/officeDocument/2006/relationships/image" Target="../media/image113.png"/><Relationship Id="rId47" Type="http://schemas.openxmlformats.org/officeDocument/2006/relationships/image" Target="../media/image156.png"/><Relationship Id="rId5" Type="http://schemas.openxmlformats.org/officeDocument/2006/relationships/image" Target="../media/image18.png"/><Relationship Id="rId6" Type="http://schemas.openxmlformats.org/officeDocument/2006/relationships/image" Target="../media/image140.png"/><Relationship Id="rId7" Type="http://schemas.openxmlformats.org/officeDocument/2006/relationships/image" Target="../media/image109.png"/><Relationship Id="rId8" Type="http://schemas.openxmlformats.org/officeDocument/2006/relationships/image" Target="../media/image108.png"/><Relationship Id="rId31" Type="http://schemas.openxmlformats.org/officeDocument/2006/relationships/image" Target="../media/image162.png"/><Relationship Id="rId30" Type="http://schemas.openxmlformats.org/officeDocument/2006/relationships/image" Target="../media/image131.png"/><Relationship Id="rId33" Type="http://schemas.openxmlformats.org/officeDocument/2006/relationships/image" Target="../media/image141.png"/><Relationship Id="rId32" Type="http://schemas.openxmlformats.org/officeDocument/2006/relationships/image" Target="../media/image144.png"/><Relationship Id="rId35" Type="http://schemas.openxmlformats.org/officeDocument/2006/relationships/image" Target="../media/image155.png"/><Relationship Id="rId34" Type="http://schemas.openxmlformats.org/officeDocument/2006/relationships/image" Target="../media/image139.png"/><Relationship Id="rId37" Type="http://schemas.openxmlformats.org/officeDocument/2006/relationships/image" Target="../media/image153.png"/><Relationship Id="rId36" Type="http://schemas.openxmlformats.org/officeDocument/2006/relationships/image" Target="../media/image143.png"/><Relationship Id="rId39" Type="http://schemas.openxmlformats.org/officeDocument/2006/relationships/image" Target="../media/image157.png"/><Relationship Id="rId38" Type="http://schemas.openxmlformats.org/officeDocument/2006/relationships/image" Target="../media/image145.png"/><Relationship Id="rId20" Type="http://schemas.openxmlformats.org/officeDocument/2006/relationships/image" Target="../media/image142.png"/><Relationship Id="rId22" Type="http://schemas.openxmlformats.org/officeDocument/2006/relationships/image" Target="../media/image147.png"/><Relationship Id="rId21" Type="http://schemas.openxmlformats.org/officeDocument/2006/relationships/image" Target="../media/image130.png"/><Relationship Id="rId24" Type="http://schemas.openxmlformats.org/officeDocument/2006/relationships/image" Target="../media/image148.png"/><Relationship Id="rId23" Type="http://schemas.openxmlformats.org/officeDocument/2006/relationships/image" Target="../media/image127.png"/><Relationship Id="rId26" Type="http://schemas.openxmlformats.org/officeDocument/2006/relationships/image" Target="../media/image136.png"/><Relationship Id="rId25" Type="http://schemas.openxmlformats.org/officeDocument/2006/relationships/image" Target="../media/image129.png"/><Relationship Id="rId28" Type="http://schemas.openxmlformats.org/officeDocument/2006/relationships/image" Target="../media/image137.png"/><Relationship Id="rId27" Type="http://schemas.openxmlformats.org/officeDocument/2006/relationships/image" Target="../media/image134.png"/><Relationship Id="rId29" Type="http://schemas.openxmlformats.org/officeDocument/2006/relationships/image" Target="../media/image128.png"/><Relationship Id="rId11" Type="http://schemas.openxmlformats.org/officeDocument/2006/relationships/image" Target="../media/image124.png"/><Relationship Id="rId10" Type="http://schemas.openxmlformats.org/officeDocument/2006/relationships/image" Target="../media/image120.png"/><Relationship Id="rId13" Type="http://schemas.openxmlformats.org/officeDocument/2006/relationships/image" Target="../media/image114.png"/><Relationship Id="rId12" Type="http://schemas.openxmlformats.org/officeDocument/2006/relationships/image" Target="../media/image160.png"/><Relationship Id="rId15" Type="http://schemas.openxmlformats.org/officeDocument/2006/relationships/image" Target="../media/image118.png"/><Relationship Id="rId14" Type="http://schemas.openxmlformats.org/officeDocument/2006/relationships/image" Target="../media/image115.png"/><Relationship Id="rId17" Type="http://schemas.openxmlformats.org/officeDocument/2006/relationships/image" Target="../media/image135.png"/><Relationship Id="rId16" Type="http://schemas.openxmlformats.org/officeDocument/2006/relationships/image" Target="../media/image123.png"/><Relationship Id="rId19" Type="http://schemas.openxmlformats.org/officeDocument/2006/relationships/image" Target="../media/image132.png"/><Relationship Id="rId18" Type="http://schemas.openxmlformats.org/officeDocument/2006/relationships/image" Target="../media/image1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5a14c30895_0_0"/>
          <p:cNvSpPr/>
          <p:nvPr/>
        </p:nvSpPr>
        <p:spPr>
          <a:xfrm>
            <a:off x="271748" y="2069625"/>
            <a:ext cx="4113414" cy="4593392"/>
          </a:xfrm>
          <a:custGeom>
            <a:rect b="b" l="l" r="r" t="t"/>
            <a:pathLst>
              <a:path extrusionOk="0" h="1472241" w="6427210">
                <a:moveTo>
                  <a:pt x="3870607" y="3175"/>
                </a:moveTo>
                <a:lnTo>
                  <a:pt x="6182463" y="3789"/>
                </a:lnTo>
                <a:cubicBezTo>
                  <a:pt x="6317633" y="3789"/>
                  <a:pt x="6427210" y="113366"/>
                  <a:pt x="6427210" y="248536"/>
                </a:cubicBezTo>
                <a:lnTo>
                  <a:pt x="6427210" y="1227494"/>
                </a:lnTo>
                <a:cubicBezTo>
                  <a:pt x="6427210" y="1362664"/>
                  <a:pt x="6317633" y="1472241"/>
                  <a:pt x="6182463" y="1472241"/>
                </a:cubicBezTo>
                <a:lnTo>
                  <a:pt x="244747" y="1472241"/>
                </a:lnTo>
                <a:cubicBezTo>
                  <a:pt x="109577" y="1472241"/>
                  <a:pt x="0" y="1362664"/>
                  <a:pt x="0" y="1227494"/>
                </a:cubicBezTo>
                <a:lnTo>
                  <a:pt x="0" y="248536"/>
                </a:lnTo>
                <a:cubicBezTo>
                  <a:pt x="0" y="113366"/>
                  <a:pt x="109577" y="3789"/>
                  <a:pt x="244747" y="3789"/>
                </a:cubicBezTo>
                <a:lnTo>
                  <a:pt x="2546632" y="0"/>
                </a:lnTo>
              </a:path>
            </a:pathLst>
          </a:custGeom>
          <a:noFill/>
          <a:ln cap="flat" cmpd="sng" w="28575">
            <a:solidFill>
              <a:srgbClr val="7B762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25a14c30895_0_0"/>
          <p:cNvSpPr/>
          <p:nvPr/>
        </p:nvSpPr>
        <p:spPr>
          <a:xfrm>
            <a:off x="1715999" y="6155369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25a14c30895_0_0"/>
          <p:cNvSpPr/>
          <p:nvPr/>
        </p:nvSpPr>
        <p:spPr>
          <a:xfrm>
            <a:off x="530697" y="483564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25a14c30895_0_0"/>
          <p:cNvSpPr/>
          <p:nvPr/>
        </p:nvSpPr>
        <p:spPr>
          <a:xfrm>
            <a:off x="1377678" y="487409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25a14c30895_0_0"/>
          <p:cNvSpPr/>
          <p:nvPr/>
        </p:nvSpPr>
        <p:spPr>
          <a:xfrm>
            <a:off x="1944597" y="487409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25a14c30895_0_0"/>
          <p:cNvSpPr/>
          <p:nvPr/>
        </p:nvSpPr>
        <p:spPr>
          <a:xfrm>
            <a:off x="526691" y="415054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25a14c30895_0_0"/>
          <p:cNvSpPr/>
          <p:nvPr/>
        </p:nvSpPr>
        <p:spPr>
          <a:xfrm>
            <a:off x="1316735" y="417454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25a14c30895_0_0"/>
          <p:cNvSpPr/>
          <p:nvPr/>
        </p:nvSpPr>
        <p:spPr>
          <a:xfrm>
            <a:off x="1935292" y="4189457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25a14c30895_0_0"/>
          <p:cNvSpPr/>
          <p:nvPr/>
        </p:nvSpPr>
        <p:spPr>
          <a:xfrm>
            <a:off x="594148" y="616364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25a14c30895_0_0"/>
          <p:cNvSpPr/>
          <p:nvPr/>
        </p:nvSpPr>
        <p:spPr>
          <a:xfrm>
            <a:off x="1149080" y="6155369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25a14c30895_0_0"/>
          <p:cNvSpPr/>
          <p:nvPr/>
        </p:nvSpPr>
        <p:spPr>
          <a:xfrm>
            <a:off x="544880" y="548519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25a14c30895_0_0"/>
          <p:cNvSpPr/>
          <p:nvPr/>
        </p:nvSpPr>
        <p:spPr>
          <a:xfrm>
            <a:off x="1386547" y="552344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25a14c30895_0_0"/>
          <p:cNvSpPr/>
          <p:nvPr/>
        </p:nvSpPr>
        <p:spPr>
          <a:xfrm>
            <a:off x="1900427" y="3516159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25a14c30895_0_0"/>
          <p:cNvSpPr/>
          <p:nvPr/>
        </p:nvSpPr>
        <p:spPr>
          <a:xfrm>
            <a:off x="3624091" y="2887722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25a14c30895_0_0"/>
          <p:cNvSpPr/>
          <p:nvPr/>
        </p:nvSpPr>
        <p:spPr>
          <a:xfrm>
            <a:off x="3034567" y="3516159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25a14c30895_0_0"/>
          <p:cNvSpPr/>
          <p:nvPr/>
        </p:nvSpPr>
        <p:spPr>
          <a:xfrm>
            <a:off x="2467497" y="3516159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25a14c30895_0_0"/>
          <p:cNvSpPr/>
          <p:nvPr/>
        </p:nvSpPr>
        <p:spPr>
          <a:xfrm>
            <a:off x="511537" y="222843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25a14c30895_0_0"/>
          <p:cNvSpPr/>
          <p:nvPr/>
        </p:nvSpPr>
        <p:spPr>
          <a:xfrm>
            <a:off x="1280107" y="226418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25a14c30895_0_0"/>
          <p:cNvSpPr/>
          <p:nvPr/>
        </p:nvSpPr>
        <p:spPr>
          <a:xfrm>
            <a:off x="505800" y="3489909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25a14c30895_0_0"/>
          <p:cNvSpPr/>
          <p:nvPr/>
        </p:nvSpPr>
        <p:spPr>
          <a:xfrm>
            <a:off x="1313392" y="290753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25a14c30895_0_0"/>
          <p:cNvSpPr/>
          <p:nvPr/>
        </p:nvSpPr>
        <p:spPr>
          <a:xfrm>
            <a:off x="516947" y="2864834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25a14c30895_0_0"/>
          <p:cNvSpPr/>
          <p:nvPr/>
        </p:nvSpPr>
        <p:spPr>
          <a:xfrm>
            <a:off x="1880377" y="2286672"/>
            <a:ext cx="450000" cy="450000"/>
          </a:xfrm>
          <a:prstGeom prst="ellipse">
            <a:avLst/>
          </a:prstGeom>
          <a:solidFill>
            <a:srgbClr val="7B76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couteau, arme, outil&#10;&#10;Description générée automatiquement" id="111" name="Google Shape;111;g25a14c3089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766" y="4114974"/>
            <a:ext cx="502732" cy="502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112" name="Google Shape;112;g25a14c3089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764" y="5516107"/>
            <a:ext cx="442732" cy="442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113" name="Google Shape;113;g25a14c30895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957" y="2217830"/>
            <a:ext cx="484570" cy="484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25a14c30895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3295" y="6129402"/>
            <a:ext cx="468210" cy="468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arme&#10;&#10;Description générée automatiquement" id="115" name="Google Shape;115;g25a14c30895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9580" y="4864966"/>
            <a:ext cx="449848" cy="449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25a14c30895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43710" y="3480001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25a14c30895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7607" y="4866062"/>
            <a:ext cx="447656" cy="44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25a14c30895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61604" y="2859389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5a14c30895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1824" y="2841429"/>
            <a:ext cx="423984" cy="4239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arme&#10;&#10;Description générée automatiquement" id="120" name="Google Shape;120;g25a14c30895_0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008390" y="3473841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musique&#10;&#10;Description générée automatiquement" id="121" name="Google Shape;121;g25a14c30895_0_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580238" y="2842441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arme, couteau&#10;&#10;Description générée automatiquement" id="122" name="Google Shape;122;g25a14c30895_0_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66947" y="2229006"/>
            <a:ext cx="472758" cy="472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5a14c30895_0_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309449" y="4138974"/>
            <a:ext cx="502732" cy="50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25a14c30895_0_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268407">
            <a:off x="530038" y="6054408"/>
            <a:ext cx="551330" cy="551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basson&#10;&#10;Description générée automatiquement" id="125" name="Google Shape;125;g25a14c30895_0_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04380" y="5490315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arme&#10;&#10;Description générée automatiquement" id="126" name="Google Shape;126;g25a14c30895_0_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922429" y="4135253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5a14c30895_0_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907177" y="3513111"/>
            <a:ext cx="477014" cy="47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25a14c30895_0_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877757" y="2256974"/>
            <a:ext cx="465730" cy="465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129" name="Google Shape;129;g25a14c30895_0_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18940" y="3496822"/>
            <a:ext cx="413494" cy="413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130" name="Google Shape;130;g25a14c30895_0_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05800" y="4781440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131" name="Google Shape;131;g25a14c30895_0_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723411" y="6151458"/>
            <a:ext cx="463046" cy="46304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5a14c30895_0_0"/>
          <p:cNvSpPr txBox="1"/>
          <p:nvPr/>
        </p:nvSpPr>
        <p:spPr>
          <a:xfrm>
            <a:off x="1782474" y="3463275"/>
            <a:ext cx="4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7.62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25a14c30895_0_0"/>
          <p:cNvSpPr txBox="1"/>
          <p:nvPr/>
        </p:nvSpPr>
        <p:spPr>
          <a:xfrm>
            <a:off x="2357822" y="3461025"/>
            <a:ext cx="59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BLAKEROW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7.62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25a14c30895_0_0"/>
          <p:cNvSpPr txBox="1"/>
          <p:nvPr/>
        </p:nvSpPr>
        <p:spPr>
          <a:xfrm>
            <a:off x="2923300" y="3457900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7.62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25a14c30895_0_0"/>
          <p:cNvSpPr txBox="1"/>
          <p:nvPr/>
        </p:nvSpPr>
        <p:spPr>
          <a:xfrm>
            <a:off x="3506449" y="2832288"/>
            <a:ext cx="50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7.62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25a14c30895_0_0"/>
          <p:cNvSpPr txBox="1"/>
          <p:nvPr/>
        </p:nvSpPr>
        <p:spPr>
          <a:xfrm>
            <a:off x="1261600" y="5472650"/>
            <a:ext cx="5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MALONE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25a14c30895_0_0"/>
          <p:cNvSpPr txBox="1"/>
          <p:nvPr/>
        </p:nvSpPr>
        <p:spPr>
          <a:xfrm>
            <a:off x="1210523" y="4114975"/>
            <a:ext cx="477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FIDDLER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25a14c30895_0_0"/>
          <p:cNvSpPr txBox="1"/>
          <p:nvPr/>
        </p:nvSpPr>
        <p:spPr>
          <a:xfrm>
            <a:off x="1175423" y="2841425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25a14c30895_0_0"/>
          <p:cNvSpPr txBox="1"/>
          <p:nvPr/>
        </p:nvSpPr>
        <p:spPr>
          <a:xfrm>
            <a:off x="1774372" y="2223325"/>
            <a:ext cx="572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HANGMAN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5a14c30895_0_0"/>
          <p:cNvSpPr txBox="1"/>
          <p:nvPr/>
        </p:nvSpPr>
        <p:spPr>
          <a:xfrm>
            <a:off x="1175422" y="2204413"/>
            <a:ext cx="4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5a14c30895_0_0"/>
          <p:cNvSpPr txBox="1"/>
          <p:nvPr/>
        </p:nvSpPr>
        <p:spPr>
          <a:xfrm>
            <a:off x="1829748" y="4814525"/>
            <a:ext cx="4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BOOKER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7.92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25a14c30895_0_0"/>
          <p:cNvSpPr txBox="1"/>
          <p:nvPr/>
        </p:nvSpPr>
        <p:spPr>
          <a:xfrm>
            <a:off x="1261602" y="4816025"/>
            <a:ext cx="4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7.92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25a14c30895_0_0"/>
          <p:cNvSpPr txBox="1"/>
          <p:nvPr/>
        </p:nvSpPr>
        <p:spPr>
          <a:xfrm>
            <a:off x="1823699" y="4136425"/>
            <a:ext cx="372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25a14c30895_0_0"/>
          <p:cNvSpPr txBox="1"/>
          <p:nvPr/>
        </p:nvSpPr>
        <p:spPr>
          <a:xfrm>
            <a:off x="685823" y="5109750"/>
            <a:ext cx="479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25a14c30895_0_0"/>
          <p:cNvSpPr txBox="1"/>
          <p:nvPr/>
        </p:nvSpPr>
        <p:spPr>
          <a:xfrm>
            <a:off x="1605762" y="5148209"/>
            <a:ext cx="4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6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25a14c30895_0_0"/>
          <p:cNvSpPr txBox="1"/>
          <p:nvPr/>
        </p:nvSpPr>
        <p:spPr>
          <a:xfrm>
            <a:off x="2170245" y="5148209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25a14c30895_0_0"/>
          <p:cNvSpPr txBox="1"/>
          <p:nvPr/>
        </p:nvSpPr>
        <p:spPr>
          <a:xfrm>
            <a:off x="654108" y="4424659"/>
            <a:ext cx="5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5a14c30895_0_0"/>
          <p:cNvSpPr txBox="1"/>
          <p:nvPr/>
        </p:nvSpPr>
        <p:spPr>
          <a:xfrm>
            <a:off x="1459858" y="4448659"/>
            <a:ext cx="4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5a14c30895_0_0"/>
          <p:cNvSpPr txBox="1"/>
          <p:nvPr/>
        </p:nvSpPr>
        <p:spPr>
          <a:xfrm>
            <a:off x="2164577" y="4463572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25a14c30895_0_0"/>
          <p:cNvSpPr txBox="1"/>
          <p:nvPr/>
        </p:nvSpPr>
        <p:spPr>
          <a:xfrm>
            <a:off x="740980" y="6437759"/>
            <a:ext cx="4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25a14c30895_0_0"/>
          <p:cNvSpPr txBox="1"/>
          <p:nvPr/>
        </p:nvSpPr>
        <p:spPr>
          <a:xfrm>
            <a:off x="1285051" y="6429475"/>
            <a:ext cx="49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25a14c30895_0_0"/>
          <p:cNvSpPr txBox="1"/>
          <p:nvPr/>
        </p:nvSpPr>
        <p:spPr>
          <a:xfrm>
            <a:off x="769517" y="5762483"/>
            <a:ext cx="4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8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25a14c30895_0_0"/>
          <p:cNvSpPr txBox="1"/>
          <p:nvPr/>
        </p:nvSpPr>
        <p:spPr>
          <a:xfrm>
            <a:off x="1601456" y="5801018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25a14c30895_0_0"/>
          <p:cNvSpPr txBox="1"/>
          <p:nvPr/>
        </p:nvSpPr>
        <p:spPr>
          <a:xfrm>
            <a:off x="738803" y="2496577"/>
            <a:ext cx="40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40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5a14c30895_0_0"/>
          <p:cNvSpPr txBox="1"/>
          <p:nvPr/>
        </p:nvSpPr>
        <p:spPr>
          <a:xfrm>
            <a:off x="1518509" y="2532327"/>
            <a:ext cx="39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5a14c30895_0_0"/>
          <p:cNvSpPr txBox="1"/>
          <p:nvPr/>
        </p:nvSpPr>
        <p:spPr>
          <a:xfrm>
            <a:off x="2102814" y="2554815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5a14c30895_0_0"/>
          <p:cNvSpPr txBox="1"/>
          <p:nvPr/>
        </p:nvSpPr>
        <p:spPr>
          <a:xfrm>
            <a:off x="796626" y="3132975"/>
            <a:ext cx="35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25a14c30895_0_0"/>
          <p:cNvSpPr txBox="1"/>
          <p:nvPr/>
        </p:nvSpPr>
        <p:spPr>
          <a:xfrm>
            <a:off x="1636205" y="3175677"/>
            <a:ext cx="31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25a14c30895_0_0"/>
          <p:cNvSpPr txBox="1"/>
          <p:nvPr/>
        </p:nvSpPr>
        <p:spPr>
          <a:xfrm>
            <a:off x="637174" y="3758052"/>
            <a:ext cx="4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25a14c30895_0_0"/>
          <p:cNvSpPr txBox="1"/>
          <p:nvPr/>
        </p:nvSpPr>
        <p:spPr>
          <a:xfrm>
            <a:off x="1490925" y="3784302"/>
            <a:ext cx="40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25a14c30895_0_0"/>
          <p:cNvSpPr txBox="1"/>
          <p:nvPr/>
        </p:nvSpPr>
        <p:spPr>
          <a:xfrm>
            <a:off x="2127033" y="3784302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25a14c30895_0_0"/>
          <p:cNvSpPr txBox="1"/>
          <p:nvPr/>
        </p:nvSpPr>
        <p:spPr>
          <a:xfrm>
            <a:off x="2616764" y="3784302"/>
            <a:ext cx="4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25a14c30895_0_0"/>
          <p:cNvSpPr txBox="1"/>
          <p:nvPr/>
        </p:nvSpPr>
        <p:spPr>
          <a:xfrm>
            <a:off x="3271557" y="3784302"/>
            <a:ext cx="40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5a14c30895_0_0"/>
          <p:cNvSpPr txBox="1"/>
          <p:nvPr/>
        </p:nvSpPr>
        <p:spPr>
          <a:xfrm>
            <a:off x="3870701" y="3155875"/>
            <a:ext cx="31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25a14c30895_0_0"/>
          <p:cNvSpPr txBox="1"/>
          <p:nvPr/>
        </p:nvSpPr>
        <p:spPr>
          <a:xfrm>
            <a:off x="1930408" y="6435323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40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5a14c30895_0_0"/>
          <p:cNvSpPr txBox="1"/>
          <p:nvPr/>
        </p:nvSpPr>
        <p:spPr>
          <a:xfrm>
            <a:off x="1071421" y="1834125"/>
            <a:ext cx="22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Small Arms</a:t>
            </a: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 </a:t>
            </a:r>
            <a:r>
              <a:rPr b="1"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Crate </a:t>
            </a: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25a14c30895_0_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84325" y="-11568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25a14c30895_0_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 flipH="1">
            <a:off x="10200679" y="-22904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25a14c30895_0_0"/>
          <p:cNvSpPr txBox="1"/>
          <p:nvPr/>
        </p:nvSpPr>
        <p:spPr>
          <a:xfrm>
            <a:off x="1959736" y="1279321"/>
            <a:ext cx="859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This is </a:t>
            </a:r>
            <a:r>
              <a:rPr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content </a:t>
            </a:r>
            <a:r>
              <a:rPr b="0" i="0" lang="fr-FR" sz="1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of Operational </a:t>
            </a:r>
            <a:r>
              <a:rPr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</a:t>
            </a:r>
            <a:r>
              <a:rPr b="0" i="0" lang="fr-FR" sz="1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tockpile</a:t>
            </a:r>
            <a:r>
              <a:rPr b="0" i="0" lang="fr-FR" sz="1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 </a:t>
            </a:r>
            <a:r>
              <a:rPr b="0" i="0" lang="fr-FR" sz="1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that the 11eRC-FL </a:t>
            </a:r>
            <a:r>
              <a:rPr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expect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each operation made by the regiment.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25a14c30895_0_0"/>
          <p:cNvSpPr txBox="1"/>
          <p:nvPr/>
        </p:nvSpPr>
        <p:spPr>
          <a:xfrm>
            <a:off x="3234509" y="457303"/>
            <a:ext cx="604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11eRC-FL Stockpile Template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25a14c30895_0_0"/>
          <p:cNvSpPr/>
          <p:nvPr/>
        </p:nvSpPr>
        <p:spPr>
          <a:xfrm>
            <a:off x="3190101" y="403916"/>
            <a:ext cx="6233100" cy="713700"/>
          </a:xfrm>
          <a:prstGeom prst="roundRect">
            <a:avLst>
              <a:gd fmla="val 16667" name="adj"/>
            </a:avLst>
          </a:prstGeom>
          <a:noFill/>
          <a:ln cap="flat" cmpd="thickThin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25a14c30895_0_0"/>
          <p:cNvSpPr txBox="1"/>
          <p:nvPr/>
        </p:nvSpPr>
        <p:spPr>
          <a:xfrm>
            <a:off x="10562249" y="6596400"/>
            <a:ext cx="162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Juillet 2023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3" name="Google Shape;173;g25a14c30895_0_0"/>
          <p:cNvSpPr/>
          <p:nvPr/>
        </p:nvSpPr>
        <p:spPr>
          <a:xfrm>
            <a:off x="5601180" y="2867562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25a14c30895_0_0"/>
          <p:cNvSpPr/>
          <p:nvPr/>
        </p:nvSpPr>
        <p:spPr>
          <a:xfrm>
            <a:off x="5560560" y="4168837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25a14c30895_0_0"/>
          <p:cNvSpPr/>
          <p:nvPr/>
        </p:nvSpPr>
        <p:spPr>
          <a:xfrm>
            <a:off x="4954140" y="4171787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25a14c30895_0_0"/>
          <p:cNvSpPr/>
          <p:nvPr/>
        </p:nvSpPr>
        <p:spPr>
          <a:xfrm>
            <a:off x="6128170" y="4174075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25a14c30895_0_0"/>
          <p:cNvSpPr/>
          <p:nvPr/>
        </p:nvSpPr>
        <p:spPr>
          <a:xfrm>
            <a:off x="4920350" y="6102687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25a14c30895_0_0"/>
          <p:cNvSpPr/>
          <p:nvPr/>
        </p:nvSpPr>
        <p:spPr>
          <a:xfrm>
            <a:off x="5509155" y="6102687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25a14c30895_0_0"/>
          <p:cNvSpPr/>
          <p:nvPr/>
        </p:nvSpPr>
        <p:spPr>
          <a:xfrm>
            <a:off x="6097960" y="6102687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25a14c30895_0_0"/>
          <p:cNvSpPr/>
          <p:nvPr/>
        </p:nvSpPr>
        <p:spPr>
          <a:xfrm>
            <a:off x="6736149" y="2290275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25a14c30895_0_0"/>
          <p:cNvSpPr/>
          <p:nvPr/>
        </p:nvSpPr>
        <p:spPr>
          <a:xfrm>
            <a:off x="6213838" y="2833375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25a14c30895_0_0"/>
          <p:cNvSpPr/>
          <p:nvPr/>
        </p:nvSpPr>
        <p:spPr>
          <a:xfrm>
            <a:off x="4966293" y="2240870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25a14c30895_0_0"/>
          <p:cNvSpPr/>
          <p:nvPr/>
        </p:nvSpPr>
        <p:spPr>
          <a:xfrm>
            <a:off x="4985485" y="3538345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25a14c30895_0_0"/>
          <p:cNvSpPr/>
          <p:nvPr/>
        </p:nvSpPr>
        <p:spPr>
          <a:xfrm>
            <a:off x="5574290" y="3538345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25a14c30895_0_0"/>
          <p:cNvSpPr/>
          <p:nvPr/>
        </p:nvSpPr>
        <p:spPr>
          <a:xfrm>
            <a:off x="6163095" y="3538345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25a14c30895_0_0"/>
          <p:cNvSpPr/>
          <p:nvPr/>
        </p:nvSpPr>
        <p:spPr>
          <a:xfrm>
            <a:off x="6751900" y="3538345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25a14c30895_0_0"/>
          <p:cNvSpPr/>
          <p:nvPr/>
        </p:nvSpPr>
        <p:spPr>
          <a:xfrm>
            <a:off x="4962780" y="2847470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25a14c30895_0_0"/>
          <p:cNvSpPr/>
          <p:nvPr/>
        </p:nvSpPr>
        <p:spPr>
          <a:xfrm>
            <a:off x="4963835" y="5476457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25a14c30895_0_0"/>
          <p:cNvSpPr/>
          <p:nvPr/>
        </p:nvSpPr>
        <p:spPr>
          <a:xfrm>
            <a:off x="4908549" y="4799807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5a14c30895_0_0"/>
          <p:cNvSpPr/>
          <p:nvPr/>
        </p:nvSpPr>
        <p:spPr>
          <a:xfrm>
            <a:off x="5500388" y="2219007"/>
            <a:ext cx="450000" cy="450000"/>
          </a:xfrm>
          <a:prstGeom prst="ellipse">
            <a:avLst/>
          </a:prstGeom>
          <a:solidFill>
            <a:srgbClr val="7F64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texte, clipart&#10;&#10;Description générée automatiquement" id="191" name="Google Shape;191;g25a14c30895_0_0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528163" y="2232575"/>
            <a:ext cx="386388" cy="38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25a14c30895_0_0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919189" y="2210138"/>
            <a:ext cx="503928" cy="503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25a14c30895_0_0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4938665" y="3513818"/>
            <a:ext cx="491516" cy="49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25a14c30895_0_0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517340" y="3515932"/>
            <a:ext cx="487288" cy="487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lumière&#10;&#10;Description générée automatiquement" id="195" name="Google Shape;195;g25a14c30895_0_0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681641" y="3491391"/>
            <a:ext cx="536372" cy="536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196" name="Google Shape;196;g25a14c30895_0_0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117042" y="3513818"/>
            <a:ext cx="491516" cy="49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25a14c30895_0_0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5488039" y="4111190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25a14c30895_0_0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4957097" y="4135118"/>
            <a:ext cx="519022" cy="519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25a14c30895_0_0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6164807" y="2775728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élescope&#10;&#10;Description générée automatiquement" id="200" name="Google Shape;200;g25a14c30895_0_0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5536040" y="2809915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25a14c30895_0_0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6103281" y="4141235"/>
            <a:ext cx="490386" cy="490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25a14c30895_0_0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4882385" y="6060919"/>
            <a:ext cx="508242" cy="508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25a14c30895_0_0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499950" y="6091212"/>
            <a:ext cx="447656" cy="44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25a14c30895_0_0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6055284" y="6063674"/>
            <a:ext cx="502732" cy="502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silhouette&#10;&#10;Description générée automatiquement" id="205" name="Google Shape;205;g25a14c30895_0_0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4910930" y="2805343"/>
            <a:ext cx="526716" cy="526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25a14c30895_0_0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4899464" y="5427689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25a14c30895_0_0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6701158" y="2260474"/>
            <a:ext cx="502902" cy="502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arme, couteau&#10;&#10;Description générée automatiquement" id="208" name="Google Shape;208;g25a14c30895_0_0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4844214" y="4751039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25a14c30895_0_0"/>
          <p:cNvSpPr txBox="1"/>
          <p:nvPr/>
        </p:nvSpPr>
        <p:spPr>
          <a:xfrm>
            <a:off x="4862849" y="5410525"/>
            <a:ext cx="70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RATCATCHER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25a14c30895_0_0"/>
          <p:cNvSpPr txBox="1"/>
          <p:nvPr/>
        </p:nvSpPr>
        <p:spPr>
          <a:xfrm>
            <a:off x="4803588" y="4729570"/>
            <a:ext cx="42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WILLOW’S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25a14c30895_0_0"/>
          <p:cNvSpPr txBox="1"/>
          <p:nvPr/>
        </p:nvSpPr>
        <p:spPr>
          <a:xfrm>
            <a:off x="4847403" y="2780738"/>
            <a:ext cx="70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FOEBREAKER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25a14c30895_0_0"/>
          <p:cNvSpPr txBox="1"/>
          <p:nvPr/>
        </p:nvSpPr>
        <p:spPr>
          <a:xfrm>
            <a:off x="4868773" y="3474743"/>
            <a:ext cx="42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CREMARI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25a14c30895_0_0"/>
          <p:cNvSpPr txBox="1"/>
          <p:nvPr/>
        </p:nvSpPr>
        <p:spPr>
          <a:xfrm>
            <a:off x="4857559" y="2177263"/>
            <a:ext cx="52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NEVILLE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25a14c30895_0_0"/>
          <p:cNvSpPr txBox="1"/>
          <p:nvPr/>
        </p:nvSpPr>
        <p:spPr>
          <a:xfrm>
            <a:off x="5492900" y="2813125"/>
            <a:ext cx="48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CUTLER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25a14c30895_0_0"/>
          <p:cNvSpPr txBox="1"/>
          <p:nvPr/>
        </p:nvSpPr>
        <p:spPr>
          <a:xfrm>
            <a:off x="5411072" y="4111200"/>
            <a:ext cx="572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BONESAW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ATRPG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5a14c30895_0_0"/>
          <p:cNvSpPr txBox="1"/>
          <p:nvPr/>
        </p:nvSpPr>
        <p:spPr>
          <a:xfrm>
            <a:off x="4803600" y="4111200"/>
            <a:ext cx="70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fr-FR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BONESAW 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ATRPG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25a14c30895_0_0"/>
          <p:cNvSpPr txBox="1"/>
          <p:nvPr/>
        </p:nvSpPr>
        <p:spPr>
          <a:xfrm>
            <a:off x="6350747" y="3107222"/>
            <a:ext cx="44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25a14c30895_0_0"/>
          <p:cNvSpPr txBox="1"/>
          <p:nvPr/>
        </p:nvSpPr>
        <p:spPr>
          <a:xfrm>
            <a:off x="5817751" y="3141409"/>
            <a:ext cx="40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25a14c30895_0_0"/>
          <p:cNvSpPr txBox="1"/>
          <p:nvPr/>
        </p:nvSpPr>
        <p:spPr>
          <a:xfrm>
            <a:off x="5786415" y="4442684"/>
            <a:ext cx="39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4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25a14c30895_0_0"/>
          <p:cNvSpPr txBox="1"/>
          <p:nvPr/>
        </p:nvSpPr>
        <p:spPr>
          <a:xfrm>
            <a:off x="5175987" y="4445634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25a14c30895_0_0"/>
          <p:cNvSpPr txBox="1"/>
          <p:nvPr/>
        </p:nvSpPr>
        <p:spPr>
          <a:xfrm>
            <a:off x="6352485" y="4447922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8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5a14c30895_0_0"/>
          <p:cNvSpPr txBox="1"/>
          <p:nvPr/>
        </p:nvSpPr>
        <p:spPr>
          <a:xfrm>
            <a:off x="5066117" y="6376534"/>
            <a:ext cx="481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5a14c30895_0_0"/>
          <p:cNvSpPr txBox="1"/>
          <p:nvPr/>
        </p:nvSpPr>
        <p:spPr>
          <a:xfrm>
            <a:off x="5726080" y="6376534"/>
            <a:ext cx="4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25a14c30895_0_0"/>
          <p:cNvSpPr txBox="1"/>
          <p:nvPr/>
        </p:nvSpPr>
        <p:spPr>
          <a:xfrm>
            <a:off x="6262026" y="6376525"/>
            <a:ext cx="4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25a14c30895_0_0"/>
          <p:cNvSpPr txBox="1"/>
          <p:nvPr/>
        </p:nvSpPr>
        <p:spPr>
          <a:xfrm>
            <a:off x="6896673" y="2564125"/>
            <a:ext cx="46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25a14c30895_0_0"/>
          <p:cNvSpPr txBox="1"/>
          <p:nvPr/>
        </p:nvSpPr>
        <p:spPr>
          <a:xfrm>
            <a:off x="5637989" y="2517413"/>
            <a:ext cx="468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8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25a14c30895_0_0"/>
          <p:cNvSpPr txBox="1"/>
          <p:nvPr/>
        </p:nvSpPr>
        <p:spPr>
          <a:xfrm>
            <a:off x="5172081" y="2529781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25a14c30895_0_0"/>
          <p:cNvSpPr txBox="1"/>
          <p:nvPr/>
        </p:nvSpPr>
        <p:spPr>
          <a:xfrm>
            <a:off x="5189121" y="3827256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25a14c30895_0_0"/>
          <p:cNvSpPr txBox="1"/>
          <p:nvPr/>
        </p:nvSpPr>
        <p:spPr>
          <a:xfrm>
            <a:off x="5782263" y="3827256"/>
            <a:ext cx="4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25a14c30895_0_0"/>
          <p:cNvSpPr txBox="1"/>
          <p:nvPr/>
        </p:nvSpPr>
        <p:spPr>
          <a:xfrm>
            <a:off x="6374710" y="3827256"/>
            <a:ext cx="4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25a14c30895_0_0"/>
          <p:cNvSpPr txBox="1"/>
          <p:nvPr/>
        </p:nvSpPr>
        <p:spPr>
          <a:xfrm>
            <a:off x="6971257" y="3827256"/>
            <a:ext cx="4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6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25a14c30895_0_0"/>
          <p:cNvSpPr txBox="1"/>
          <p:nvPr/>
        </p:nvSpPr>
        <p:spPr>
          <a:xfrm>
            <a:off x="5176718" y="3136381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1200">
                <a:solidFill>
                  <a:schemeClr val="lt1"/>
                </a:solidFill>
              </a:rPr>
              <a:t>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25a14c30895_0_0"/>
          <p:cNvSpPr txBox="1"/>
          <p:nvPr/>
        </p:nvSpPr>
        <p:spPr>
          <a:xfrm>
            <a:off x="5170992" y="5765368"/>
            <a:ext cx="4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25a14c30895_0_0"/>
          <p:cNvSpPr txBox="1"/>
          <p:nvPr/>
        </p:nvSpPr>
        <p:spPr>
          <a:xfrm>
            <a:off x="5132502" y="5088718"/>
            <a:ext cx="35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25a14c30895_0_0"/>
          <p:cNvSpPr/>
          <p:nvPr/>
        </p:nvSpPr>
        <p:spPr>
          <a:xfrm>
            <a:off x="4630788" y="2054787"/>
            <a:ext cx="3017838" cy="4623093"/>
          </a:xfrm>
          <a:custGeom>
            <a:rect b="b" l="l" r="r" t="t"/>
            <a:pathLst>
              <a:path extrusionOk="0" h="1459540" w="5437546">
                <a:moveTo>
                  <a:pt x="3352600" y="0"/>
                </a:moveTo>
                <a:lnTo>
                  <a:pt x="5194830" y="3273"/>
                </a:lnTo>
                <a:cubicBezTo>
                  <a:pt x="5328878" y="3273"/>
                  <a:pt x="5437546" y="111941"/>
                  <a:pt x="5437546" y="245989"/>
                </a:cubicBezTo>
                <a:lnTo>
                  <a:pt x="5437546" y="1216824"/>
                </a:lnTo>
                <a:cubicBezTo>
                  <a:pt x="5437546" y="1350872"/>
                  <a:pt x="5328878" y="1459540"/>
                  <a:pt x="5194830" y="1459540"/>
                </a:cubicBezTo>
                <a:lnTo>
                  <a:pt x="242716" y="1459540"/>
                </a:lnTo>
                <a:cubicBezTo>
                  <a:pt x="108668" y="1459540"/>
                  <a:pt x="0" y="1350872"/>
                  <a:pt x="0" y="1216824"/>
                </a:cubicBezTo>
                <a:lnTo>
                  <a:pt x="0" y="245989"/>
                </a:lnTo>
                <a:cubicBezTo>
                  <a:pt x="0" y="111941"/>
                  <a:pt x="108668" y="3273"/>
                  <a:pt x="242716" y="3273"/>
                </a:cubicBezTo>
                <a:lnTo>
                  <a:pt x="2047675" y="0"/>
                </a:lnTo>
              </a:path>
            </a:pathLst>
          </a:custGeom>
          <a:noFill/>
          <a:ln cap="flat" cmpd="sng" w="28575">
            <a:solidFill>
              <a:srgbClr val="7F643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25a14c30895_0_0"/>
          <p:cNvSpPr txBox="1"/>
          <p:nvPr/>
        </p:nvSpPr>
        <p:spPr>
          <a:xfrm>
            <a:off x="5215480" y="1831625"/>
            <a:ext cx="229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Heavy Arms</a:t>
            </a: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 </a:t>
            </a:r>
            <a:r>
              <a:rPr b="1"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Crate </a:t>
            </a: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25a14c30895_0_0"/>
          <p:cNvSpPr/>
          <p:nvPr/>
        </p:nvSpPr>
        <p:spPr>
          <a:xfrm>
            <a:off x="9523528" y="2255718"/>
            <a:ext cx="450000" cy="450000"/>
          </a:xfrm>
          <a:prstGeom prst="ellipse">
            <a:avLst/>
          </a:prstGeom>
          <a:solidFill>
            <a:srgbClr val="7B2E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25a14c30895_0_0"/>
          <p:cNvSpPr/>
          <p:nvPr/>
        </p:nvSpPr>
        <p:spPr>
          <a:xfrm>
            <a:off x="8878020" y="2233643"/>
            <a:ext cx="450000" cy="450000"/>
          </a:xfrm>
          <a:prstGeom prst="ellipse">
            <a:avLst/>
          </a:prstGeom>
          <a:solidFill>
            <a:srgbClr val="7B2E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25a14c30895_0_0"/>
          <p:cNvSpPr/>
          <p:nvPr/>
        </p:nvSpPr>
        <p:spPr>
          <a:xfrm>
            <a:off x="8190457" y="2222894"/>
            <a:ext cx="450000" cy="450000"/>
          </a:xfrm>
          <a:prstGeom prst="ellipse">
            <a:avLst/>
          </a:prstGeom>
          <a:solidFill>
            <a:srgbClr val="7B2E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g25a14c30895_0_0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8855309" y="2170981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outeau, arme, lumière&#10;&#10;Description générée automatiquement" id="241" name="Google Shape;241;g25a14c30895_0_0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9489370" y="2193056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hache, couteau&#10;&#10;Description générée automatiquement" id="242" name="Google Shape;242;g25a14c30895_0_0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8160318" y="2189067"/>
            <a:ext cx="496670" cy="49667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25a14c30895_0_0"/>
          <p:cNvSpPr txBox="1"/>
          <p:nvPr/>
        </p:nvSpPr>
        <p:spPr>
          <a:xfrm>
            <a:off x="9407800" y="2199038"/>
            <a:ext cx="49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68mm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25a14c30895_0_0"/>
          <p:cNvSpPr txBox="1"/>
          <p:nvPr/>
        </p:nvSpPr>
        <p:spPr>
          <a:xfrm>
            <a:off x="8791799" y="2176963"/>
            <a:ext cx="481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25a14c30895_0_0"/>
          <p:cNvSpPr txBox="1"/>
          <p:nvPr/>
        </p:nvSpPr>
        <p:spPr>
          <a:xfrm>
            <a:off x="8104199" y="2174025"/>
            <a:ext cx="47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fr-FR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25a14c30895_0_0"/>
          <p:cNvSpPr txBox="1"/>
          <p:nvPr/>
        </p:nvSpPr>
        <p:spPr>
          <a:xfrm>
            <a:off x="8923900" y="2508375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25a14c30895_0_0"/>
          <p:cNvSpPr txBox="1"/>
          <p:nvPr/>
        </p:nvSpPr>
        <p:spPr>
          <a:xfrm>
            <a:off x="9747207" y="2530451"/>
            <a:ext cx="36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8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25a14c30895_0_0"/>
          <p:cNvSpPr txBox="1"/>
          <p:nvPr/>
        </p:nvSpPr>
        <p:spPr>
          <a:xfrm>
            <a:off x="8401170" y="2505360"/>
            <a:ext cx="3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25a14c30895_0_0"/>
          <p:cNvSpPr/>
          <p:nvPr/>
        </p:nvSpPr>
        <p:spPr>
          <a:xfrm>
            <a:off x="8065175" y="2089175"/>
            <a:ext cx="3145800" cy="164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B2E2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25a14c30895_0_0"/>
          <p:cNvSpPr txBox="1"/>
          <p:nvPr/>
        </p:nvSpPr>
        <p:spPr>
          <a:xfrm>
            <a:off x="8423351" y="1817400"/>
            <a:ext cx="237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H.Ammo ( </a:t>
            </a:r>
            <a:r>
              <a:rPr b="1"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Crate </a:t>
            </a: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endParaRPr b="0" i="0" sz="16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51" name="Google Shape;251;g25a14c30895_0_0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8814125" y="3011912"/>
            <a:ext cx="572700" cy="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25a14c30895_0_0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8104200" y="3011912"/>
            <a:ext cx="572700" cy="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25a14c30895_0_0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9524038" y="3011075"/>
            <a:ext cx="572700" cy="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25a14c30895_0_0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3623148" y="3539381"/>
            <a:ext cx="540000" cy="53239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25a14c30895_0_0"/>
          <p:cNvSpPr txBox="1"/>
          <p:nvPr/>
        </p:nvSpPr>
        <p:spPr>
          <a:xfrm>
            <a:off x="3821254" y="3827252"/>
            <a:ext cx="39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25a14c30895_0_0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2470776" y="2240801"/>
            <a:ext cx="500400" cy="5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25a14c30895_0_0"/>
          <p:cNvSpPr txBox="1"/>
          <p:nvPr/>
        </p:nvSpPr>
        <p:spPr>
          <a:xfrm>
            <a:off x="2619659" y="2520890"/>
            <a:ext cx="39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25a14c30895_0_0"/>
          <p:cNvSpPr txBox="1"/>
          <p:nvPr/>
        </p:nvSpPr>
        <p:spPr>
          <a:xfrm>
            <a:off x="8283476" y="3360263"/>
            <a:ext cx="4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</a:t>
            </a:r>
            <a:r>
              <a:rPr lang="fr-FR" sz="1200">
                <a:solidFill>
                  <a:schemeClr val="lt1"/>
                </a:solidFill>
              </a:rPr>
              <a:t>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g25a14c30895_0_0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8160325" y="4487287"/>
            <a:ext cx="572700" cy="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25a14c30895_0_0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8913325" y="5889537"/>
            <a:ext cx="572700" cy="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25a14c30895_0_0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8938050" y="5194912"/>
            <a:ext cx="572700" cy="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25a14c30895_0_0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8259213" y="5889200"/>
            <a:ext cx="572700" cy="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25a14c30895_0_0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8228125" y="5194912"/>
            <a:ext cx="572700" cy="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25a14c30895_0_0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10409063" y="5203350"/>
            <a:ext cx="572700" cy="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25a14c30895_0_0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9647963" y="5194075"/>
            <a:ext cx="572700" cy="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25a14c30895_0_0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11160171" y="5905845"/>
            <a:ext cx="479625" cy="48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25a14c30895_0_0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8896448" y="4476510"/>
            <a:ext cx="572700" cy="55656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25a14c30895_0_0"/>
          <p:cNvSpPr txBox="1"/>
          <p:nvPr/>
        </p:nvSpPr>
        <p:spPr>
          <a:xfrm>
            <a:off x="9745051" y="3359838"/>
            <a:ext cx="4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25a14c30895_0_0"/>
          <p:cNvSpPr txBox="1"/>
          <p:nvPr/>
        </p:nvSpPr>
        <p:spPr>
          <a:xfrm>
            <a:off x="8979963" y="3360250"/>
            <a:ext cx="4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25a14c30895_0_0"/>
          <p:cNvSpPr txBox="1"/>
          <p:nvPr/>
        </p:nvSpPr>
        <p:spPr>
          <a:xfrm>
            <a:off x="8423350" y="4016125"/>
            <a:ext cx="31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H.Ammo ( </a:t>
            </a:r>
            <a:r>
              <a:rPr b="1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Ammo Facility</a:t>
            </a: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)</a:t>
            </a:r>
            <a:endParaRPr b="0" i="0" sz="16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71" name="Google Shape;271;g25a14c30895_0_0"/>
          <p:cNvSpPr txBox="1"/>
          <p:nvPr/>
        </p:nvSpPr>
        <p:spPr>
          <a:xfrm>
            <a:off x="8346476" y="4840850"/>
            <a:ext cx="4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25a14c30895_0_0"/>
          <p:cNvSpPr txBox="1"/>
          <p:nvPr/>
        </p:nvSpPr>
        <p:spPr>
          <a:xfrm>
            <a:off x="9024276" y="4866275"/>
            <a:ext cx="4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</a:t>
            </a:r>
            <a:r>
              <a:rPr lang="fr-FR" sz="1200">
                <a:solidFill>
                  <a:schemeClr val="lt1"/>
                </a:solidFill>
              </a:rPr>
              <a:t>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25a14c30895_0_0"/>
          <p:cNvSpPr txBox="1"/>
          <p:nvPr/>
        </p:nvSpPr>
        <p:spPr>
          <a:xfrm>
            <a:off x="8401175" y="5472650"/>
            <a:ext cx="572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300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25a14c30895_0_0"/>
          <p:cNvSpPr txBox="1"/>
          <p:nvPr/>
        </p:nvSpPr>
        <p:spPr>
          <a:xfrm>
            <a:off x="9075275" y="5472650"/>
            <a:ext cx="572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</a:t>
            </a:r>
            <a:r>
              <a:rPr lang="fr-FR" sz="1200">
                <a:solidFill>
                  <a:schemeClr val="lt1"/>
                </a:solidFill>
              </a:rPr>
              <a:t>00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25a14c30895_0_0"/>
          <p:cNvSpPr txBox="1"/>
          <p:nvPr/>
        </p:nvSpPr>
        <p:spPr>
          <a:xfrm>
            <a:off x="9749763" y="5483050"/>
            <a:ext cx="572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</a:t>
            </a:r>
            <a:r>
              <a:rPr lang="fr-FR" sz="1200">
                <a:solidFill>
                  <a:schemeClr val="lt1"/>
                </a:solidFill>
              </a:rPr>
              <a:t>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25a14c30895_0_0"/>
          <p:cNvSpPr txBox="1"/>
          <p:nvPr/>
        </p:nvSpPr>
        <p:spPr>
          <a:xfrm>
            <a:off x="10561500" y="5483050"/>
            <a:ext cx="572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15</a:t>
            </a:r>
            <a:r>
              <a:rPr lang="fr-FR" sz="1200">
                <a:solidFill>
                  <a:schemeClr val="lt1"/>
                </a:solidFill>
              </a:rPr>
              <a:t>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25a14c30895_0_0"/>
          <p:cNvSpPr txBox="1"/>
          <p:nvPr/>
        </p:nvSpPr>
        <p:spPr>
          <a:xfrm>
            <a:off x="9118038" y="6189113"/>
            <a:ext cx="572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15</a:t>
            </a:r>
            <a:r>
              <a:rPr lang="fr-FR" sz="1200">
                <a:solidFill>
                  <a:schemeClr val="lt1"/>
                </a:solidFill>
              </a:rPr>
              <a:t>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25a14c30895_0_0"/>
          <p:cNvSpPr txBox="1"/>
          <p:nvPr/>
        </p:nvSpPr>
        <p:spPr>
          <a:xfrm>
            <a:off x="8359713" y="6189113"/>
            <a:ext cx="572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25a14c30895_0_0"/>
          <p:cNvSpPr txBox="1"/>
          <p:nvPr/>
        </p:nvSpPr>
        <p:spPr>
          <a:xfrm>
            <a:off x="11160163" y="6191625"/>
            <a:ext cx="572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25a14c30895_0_0"/>
          <p:cNvSpPr/>
          <p:nvPr/>
        </p:nvSpPr>
        <p:spPr>
          <a:xfrm>
            <a:off x="8041950" y="4342804"/>
            <a:ext cx="3816600" cy="2196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7B2E2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g25a14c30895_0_0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1296213" y="3491051"/>
            <a:ext cx="490400" cy="4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5a14c30895_0_752"/>
          <p:cNvSpPr/>
          <p:nvPr/>
        </p:nvSpPr>
        <p:spPr>
          <a:xfrm>
            <a:off x="10554700" y="2009425"/>
            <a:ext cx="1303073" cy="1333246"/>
          </a:xfrm>
          <a:custGeom>
            <a:rect b="b" l="l" r="r" t="t"/>
            <a:pathLst>
              <a:path extrusionOk="0" h="1461091" w="1389945">
                <a:moveTo>
                  <a:pt x="1158283" y="0"/>
                </a:moveTo>
                <a:cubicBezTo>
                  <a:pt x="1286226" y="0"/>
                  <a:pt x="1389945" y="103719"/>
                  <a:pt x="1389945" y="231662"/>
                </a:cubicBezTo>
                <a:lnTo>
                  <a:pt x="1389945" y="1229429"/>
                </a:lnTo>
                <a:cubicBezTo>
                  <a:pt x="1389945" y="1357372"/>
                  <a:pt x="1286226" y="1461091"/>
                  <a:pt x="1158283" y="1461091"/>
                </a:cubicBezTo>
                <a:lnTo>
                  <a:pt x="231662" y="1461091"/>
                </a:lnTo>
                <a:cubicBezTo>
                  <a:pt x="103719" y="1461091"/>
                  <a:pt x="0" y="1357372"/>
                  <a:pt x="0" y="1229429"/>
                </a:cubicBezTo>
                <a:lnTo>
                  <a:pt x="0" y="231662"/>
                </a:lnTo>
                <a:cubicBezTo>
                  <a:pt x="0" y="103719"/>
                  <a:pt x="103719" y="0"/>
                  <a:pt x="231662" y="0"/>
                </a:cubicBezTo>
              </a:path>
            </a:pathLst>
          </a:custGeom>
          <a:noFill/>
          <a:ln cap="flat" cmpd="sng" w="28575">
            <a:solidFill>
              <a:srgbClr val="A96D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25a14c30895_0_752"/>
          <p:cNvSpPr/>
          <p:nvPr/>
        </p:nvSpPr>
        <p:spPr>
          <a:xfrm>
            <a:off x="204900" y="2034600"/>
            <a:ext cx="5823900" cy="132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2E547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25a14c30895_0_752"/>
          <p:cNvSpPr/>
          <p:nvPr/>
        </p:nvSpPr>
        <p:spPr>
          <a:xfrm>
            <a:off x="2565075" y="3997860"/>
            <a:ext cx="3415790" cy="1577978"/>
          </a:xfrm>
          <a:custGeom>
            <a:rect b="b" l="l" r="r" t="t"/>
            <a:pathLst>
              <a:path extrusionOk="0" h="1461091" w="1389945">
                <a:moveTo>
                  <a:pt x="1158283" y="0"/>
                </a:moveTo>
                <a:cubicBezTo>
                  <a:pt x="1286226" y="0"/>
                  <a:pt x="1389945" y="103719"/>
                  <a:pt x="1389945" y="231662"/>
                </a:cubicBezTo>
                <a:lnTo>
                  <a:pt x="1389945" y="1229429"/>
                </a:lnTo>
                <a:cubicBezTo>
                  <a:pt x="1389945" y="1357372"/>
                  <a:pt x="1286226" y="1461091"/>
                  <a:pt x="1158283" y="1461091"/>
                </a:cubicBezTo>
                <a:lnTo>
                  <a:pt x="231662" y="1461091"/>
                </a:lnTo>
                <a:cubicBezTo>
                  <a:pt x="103719" y="1461091"/>
                  <a:pt x="0" y="1357372"/>
                  <a:pt x="0" y="1229429"/>
                </a:cubicBezTo>
                <a:lnTo>
                  <a:pt x="0" y="231662"/>
                </a:lnTo>
                <a:cubicBezTo>
                  <a:pt x="0" y="103719"/>
                  <a:pt x="103719" y="0"/>
                  <a:pt x="231662" y="0"/>
                </a:cubicBezTo>
              </a:path>
            </a:pathLst>
          </a:custGeom>
          <a:noFill/>
          <a:ln cap="flat" cmpd="sng" w="28575">
            <a:solidFill>
              <a:srgbClr val="A96D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g25a14c30895_0_7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21400" y="2111513"/>
            <a:ext cx="583800" cy="56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25a14c30895_0_7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23788" y="2722588"/>
            <a:ext cx="583800" cy="56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25a14c30895_0_7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30400" y="2112325"/>
            <a:ext cx="547700" cy="55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25a14c30895_0_7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30413" y="2729663"/>
            <a:ext cx="547700" cy="55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25a14c30895_0_7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20400" y="2100875"/>
            <a:ext cx="500400" cy="486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25a14c30895_0_75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54710" y="2719538"/>
            <a:ext cx="470375" cy="45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25a14c30895_0_75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03423" y="2695663"/>
            <a:ext cx="470375" cy="45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25a14c30895_0_75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36650" y="4187505"/>
            <a:ext cx="547700" cy="53203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25a14c30895_0_752"/>
          <p:cNvSpPr/>
          <p:nvPr/>
        </p:nvSpPr>
        <p:spPr>
          <a:xfrm>
            <a:off x="7927692" y="2773536"/>
            <a:ext cx="442800" cy="442800"/>
          </a:xfrm>
          <a:prstGeom prst="diamond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25a14c30895_0_752"/>
          <p:cNvSpPr/>
          <p:nvPr/>
        </p:nvSpPr>
        <p:spPr>
          <a:xfrm>
            <a:off x="6176335" y="2263223"/>
            <a:ext cx="442800" cy="442800"/>
          </a:xfrm>
          <a:prstGeom prst="diamond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25a14c30895_0_752"/>
          <p:cNvSpPr/>
          <p:nvPr/>
        </p:nvSpPr>
        <p:spPr>
          <a:xfrm>
            <a:off x="6753188" y="2263223"/>
            <a:ext cx="442800" cy="442800"/>
          </a:xfrm>
          <a:prstGeom prst="diamond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25a14c30895_0_752"/>
          <p:cNvSpPr/>
          <p:nvPr/>
        </p:nvSpPr>
        <p:spPr>
          <a:xfrm>
            <a:off x="7330041" y="2263223"/>
            <a:ext cx="442800" cy="442800"/>
          </a:xfrm>
          <a:prstGeom prst="diamond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25a14c30895_0_752"/>
          <p:cNvSpPr/>
          <p:nvPr/>
        </p:nvSpPr>
        <p:spPr>
          <a:xfrm>
            <a:off x="7906894" y="2263223"/>
            <a:ext cx="442800" cy="442800"/>
          </a:xfrm>
          <a:prstGeom prst="diamond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25a14c30895_0_752"/>
          <p:cNvSpPr/>
          <p:nvPr/>
        </p:nvSpPr>
        <p:spPr>
          <a:xfrm>
            <a:off x="6173760" y="2773523"/>
            <a:ext cx="442800" cy="442800"/>
          </a:xfrm>
          <a:prstGeom prst="diamond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25a14c30895_0_752"/>
          <p:cNvSpPr/>
          <p:nvPr/>
        </p:nvSpPr>
        <p:spPr>
          <a:xfrm>
            <a:off x="6750613" y="2773523"/>
            <a:ext cx="442800" cy="442800"/>
          </a:xfrm>
          <a:prstGeom prst="diamond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25a14c30895_0_752"/>
          <p:cNvSpPr/>
          <p:nvPr/>
        </p:nvSpPr>
        <p:spPr>
          <a:xfrm>
            <a:off x="7327466" y="2773523"/>
            <a:ext cx="442800" cy="442800"/>
          </a:xfrm>
          <a:prstGeom prst="diamond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g25a14c30895_0_752"/>
          <p:cNvGrpSpPr/>
          <p:nvPr/>
        </p:nvGrpSpPr>
        <p:grpSpPr>
          <a:xfrm>
            <a:off x="6748387" y="2263223"/>
            <a:ext cx="423114" cy="396102"/>
            <a:chOff x="873112" y="5760073"/>
            <a:chExt cx="423114" cy="396102"/>
          </a:xfrm>
        </p:grpSpPr>
        <p:pic>
          <p:nvPicPr>
            <p:cNvPr descr="Une image contenant texte&#10;&#10;Description générée automatiquement" id="307" name="Google Shape;307;g25a14c30895_0_75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00226" y="5760175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g25a14c30895_0_75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73112" y="5760073"/>
              <a:ext cx="108000" cy="10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9" name="Google Shape;309;g25a14c30895_0_752"/>
          <p:cNvGrpSpPr/>
          <p:nvPr/>
        </p:nvGrpSpPr>
        <p:grpSpPr>
          <a:xfrm>
            <a:off x="7328562" y="2256730"/>
            <a:ext cx="420069" cy="402595"/>
            <a:chOff x="1453287" y="5753580"/>
            <a:chExt cx="420069" cy="402595"/>
          </a:xfrm>
        </p:grpSpPr>
        <p:pic>
          <p:nvPicPr>
            <p:cNvPr descr="Une image contenant automate&#10;&#10;Description générée automatiquement" id="310" name="Google Shape;310;g25a14c30895_0_75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477356" y="5760175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g25a14c30895_0_75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453287" y="5753580"/>
              <a:ext cx="108000" cy="10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2" name="Google Shape;312;g25a14c30895_0_752"/>
          <p:cNvGrpSpPr/>
          <p:nvPr/>
        </p:nvGrpSpPr>
        <p:grpSpPr>
          <a:xfrm>
            <a:off x="7903712" y="2263223"/>
            <a:ext cx="422049" cy="396102"/>
            <a:chOff x="2028437" y="5760073"/>
            <a:chExt cx="422049" cy="396102"/>
          </a:xfrm>
        </p:grpSpPr>
        <p:pic>
          <p:nvPicPr>
            <p:cNvPr descr="Une image contenant texte&#10;&#10;Description générée automatiquement" id="313" name="Google Shape;313;g25a14c30895_0_75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054486" y="5760175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g25a14c30895_0_75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028437" y="5760073"/>
              <a:ext cx="108000" cy="10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5" name="Google Shape;315;g25a14c30895_0_752"/>
          <p:cNvGrpSpPr/>
          <p:nvPr/>
        </p:nvGrpSpPr>
        <p:grpSpPr>
          <a:xfrm>
            <a:off x="6174261" y="2773523"/>
            <a:ext cx="418643" cy="396102"/>
            <a:chOff x="2608973" y="5760073"/>
            <a:chExt cx="418643" cy="396102"/>
          </a:xfrm>
        </p:grpSpPr>
        <p:pic>
          <p:nvPicPr>
            <p:cNvPr id="316" name="Google Shape;316;g25a14c30895_0_75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631616" y="5760175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g25a14c30895_0_75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608973" y="5760073"/>
              <a:ext cx="108000" cy="10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" name="Google Shape;318;g25a14c30895_0_752"/>
          <p:cNvGrpSpPr/>
          <p:nvPr/>
        </p:nvGrpSpPr>
        <p:grpSpPr>
          <a:xfrm>
            <a:off x="6745797" y="2773625"/>
            <a:ext cx="424237" cy="396000"/>
            <a:chOff x="3180509" y="5760175"/>
            <a:chExt cx="424237" cy="396000"/>
          </a:xfrm>
        </p:grpSpPr>
        <p:pic>
          <p:nvPicPr>
            <p:cNvPr descr="Une image contenant texte, automate&#10;&#10;Description générée automatiquement" id="319" name="Google Shape;319;g25a14c30895_0_75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208746" y="5760175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g25a14c30895_0_75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180509" y="5763030"/>
              <a:ext cx="108000" cy="10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e image contenant texte&#10;&#10;Description générée automatiquement" id="321" name="Google Shape;321;g25a14c30895_0_75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351166" y="2773625"/>
            <a:ext cx="396000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25a14c30895_0_75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325653" y="2797685"/>
            <a:ext cx="108000" cy="10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g25a14c30895_0_752"/>
          <p:cNvGrpSpPr/>
          <p:nvPr/>
        </p:nvGrpSpPr>
        <p:grpSpPr>
          <a:xfrm>
            <a:off x="6173746" y="2263223"/>
            <a:ext cx="420624" cy="396101"/>
            <a:chOff x="298471" y="5760073"/>
            <a:chExt cx="420624" cy="396101"/>
          </a:xfrm>
        </p:grpSpPr>
        <p:pic>
          <p:nvPicPr>
            <p:cNvPr descr="Une image contenant automate&#10;&#10;Description générée automatiquement" id="324" name="Google Shape;324;g25a14c30895_0_752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23095" y="5760174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g25a14c30895_0_752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298471" y="5760073"/>
              <a:ext cx="108000" cy="10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" name="Google Shape;326;g25a14c30895_0_752"/>
          <p:cNvSpPr txBox="1"/>
          <p:nvPr/>
        </p:nvSpPr>
        <p:spPr>
          <a:xfrm>
            <a:off x="10834135" y="2448538"/>
            <a:ext cx="492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6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25a14c30895_0_752"/>
          <p:cNvSpPr txBox="1"/>
          <p:nvPr/>
        </p:nvSpPr>
        <p:spPr>
          <a:xfrm>
            <a:off x="11406538" y="2450040"/>
            <a:ext cx="45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25a14c30895_0_752"/>
          <p:cNvSpPr txBox="1"/>
          <p:nvPr/>
        </p:nvSpPr>
        <p:spPr>
          <a:xfrm>
            <a:off x="10847560" y="3007656"/>
            <a:ext cx="481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25a14c30895_0_752"/>
          <p:cNvSpPr txBox="1"/>
          <p:nvPr/>
        </p:nvSpPr>
        <p:spPr>
          <a:xfrm>
            <a:off x="11415576" y="3012517"/>
            <a:ext cx="481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25a14c30895_0_752"/>
          <p:cNvSpPr/>
          <p:nvPr/>
        </p:nvSpPr>
        <p:spPr>
          <a:xfrm>
            <a:off x="9770689" y="2228367"/>
            <a:ext cx="450000" cy="450000"/>
          </a:xfrm>
          <a:prstGeom prst="ellipse">
            <a:avLst/>
          </a:prstGeom>
          <a:solidFill>
            <a:srgbClr val="7135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25a14c30895_0_752"/>
          <p:cNvSpPr/>
          <p:nvPr/>
        </p:nvSpPr>
        <p:spPr>
          <a:xfrm>
            <a:off x="9775245" y="2753200"/>
            <a:ext cx="450000" cy="450000"/>
          </a:xfrm>
          <a:prstGeom prst="ellipse">
            <a:avLst/>
          </a:prstGeom>
          <a:solidFill>
            <a:srgbClr val="7135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g25a14c30895_0_75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805039" y="2755406"/>
            <a:ext cx="405630" cy="405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25a14c30895_0_75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9773489" y="2217009"/>
            <a:ext cx="447200" cy="4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25a14c30895_0_752"/>
          <p:cNvSpPr txBox="1"/>
          <p:nvPr/>
        </p:nvSpPr>
        <p:spPr>
          <a:xfrm>
            <a:off x="9867541" y="2544390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400+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25a14c30895_0_752"/>
          <p:cNvSpPr txBox="1"/>
          <p:nvPr/>
        </p:nvSpPr>
        <p:spPr>
          <a:xfrm>
            <a:off x="9774325" y="3041513"/>
            <a:ext cx="62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9999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5a14c30895_0_752"/>
          <p:cNvSpPr/>
          <p:nvPr/>
        </p:nvSpPr>
        <p:spPr>
          <a:xfrm>
            <a:off x="8658520" y="2226419"/>
            <a:ext cx="450000" cy="450000"/>
          </a:xfrm>
          <a:prstGeom prst="ellipse">
            <a:avLst/>
          </a:prstGeom>
          <a:solidFill>
            <a:srgbClr val="5F7C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25a14c30895_0_752"/>
          <p:cNvSpPr/>
          <p:nvPr/>
        </p:nvSpPr>
        <p:spPr>
          <a:xfrm>
            <a:off x="9227223" y="2233347"/>
            <a:ext cx="450000" cy="450000"/>
          </a:xfrm>
          <a:prstGeom prst="ellipse">
            <a:avLst/>
          </a:prstGeom>
          <a:solidFill>
            <a:srgbClr val="5F7C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25a14c30895_0_752"/>
          <p:cNvSpPr/>
          <p:nvPr/>
        </p:nvSpPr>
        <p:spPr>
          <a:xfrm>
            <a:off x="8654996" y="2796664"/>
            <a:ext cx="450000" cy="450000"/>
          </a:xfrm>
          <a:prstGeom prst="ellipse">
            <a:avLst/>
          </a:prstGeom>
          <a:solidFill>
            <a:srgbClr val="5F7C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25a14c30895_0_752"/>
          <p:cNvSpPr/>
          <p:nvPr/>
        </p:nvSpPr>
        <p:spPr>
          <a:xfrm>
            <a:off x="9224006" y="2799438"/>
            <a:ext cx="450000" cy="450000"/>
          </a:xfrm>
          <a:prstGeom prst="ellipse">
            <a:avLst/>
          </a:prstGeom>
          <a:solidFill>
            <a:srgbClr val="5F7C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texte, accessoire, boîtier&#10;&#10;Description générée automatiquement" id="340" name="Google Shape;340;g25a14c30895_0_75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643704" y="2748301"/>
            <a:ext cx="479632" cy="479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25a14c30895_0_75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9252872" y="2246609"/>
            <a:ext cx="386058" cy="386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g25a14c30895_0_75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9249564" y="2793733"/>
            <a:ext cx="434200" cy="4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343" name="Google Shape;343;g25a14c30895_0_752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8668435" y="2224735"/>
            <a:ext cx="442438" cy="44243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25a14c30895_0_752"/>
          <p:cNvSpPr txBox="1"/>
          <p:nvPr/>
        </p:nvSpPr>
        <p:spPr>
          <a:xfrm>
            <a:off x="8872002" y="2521813"/>
            <a:ext cx="4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25a14c30895_0_752"/>
          <p:cNvSpPr txBox="1"/>
          <p:nvPr/>
        </p:nvSpPr>
        <p:spPr>
          <a:xfrm>
            <a:off x="9435865" y="2526717"/>
            <a:ext cx="4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6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25a14c30895_0_752"/>
          <p:cNvSpPr txBox="1"/>
          <p:nvPr/>
        </p:nvSpPr>
        <p:spPr>
          <a:xfrm>
            <a:off x="8878234" y="3079092"/>
            <a:ext cx="4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25a14c30895_0_752"/>
          <p:cNvSpPr txBox="1"/>
          <p:nvPr/>
        </p:nvSpPr>
        <p:spPr>
          <a:xfrm>
            <a:off x="9446597" y="3081392"/>
            <a:ext cx="40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6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25a14c30895_0_752"/>
          <p:cNvSpPr/>
          <p:nvPr/>
        </p:nvSpPr>
        <p:spPr>
          <a:xfrm>
            <a:off x="419166" y="2128670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25a14c30895_0_752"/>
          <p:cNvSpPr/>
          <p:nvPr/>
        </p:nvSpPr>
        <p:spPr>
          <a:xfrm>
            <a:off x="996656" y="2128670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25a14c30895_0_752"/>
          <p:cNvSpPr/>
          <p:nvPr/>
        </p:nvSpPr>
        <p:spPr>
          <a:xfrm>
            <a:off x="1574146" y="2128670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25a14c30895_0_752"/>
          <p:cNvSpPr/>
          <p:nvPr/>
        </p:nvSpPr>
        <p:spPr>
          <a:xfrm>
            <a:off x="2151636" y="2128670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25a14c30895_0_752"/>
          <p:cNvSpPr/>
          <p:nvPr/>
        </p:nvSpPr>
        <p:spPr>
          <a:xfrm>
            <a:off x="3306616" y="2128670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25a14c30895_0_752"/>
          <p:cNvSpPr/>
          <p:nvPr/>
        </p:nvSpPr>
        <p:spPr>
          <a:xfrm>
            <a:off x="422450" y="2691654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25a14c30895_0_752"/>
          <p:cNvSpPr/>
          <p:nvPr/>
        </p:nvSpPr>
        <p:spPr>
          <a:xfrm>
            <a:off x="999479" y="2691654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25a14c30895_0_752"/>
          <p:cNvSpPr/>
          <p:nvPr/>
        </p:nvSpPr>
        <p:spPr>
          <a:xfrm>
            <a:off x="1576508" y="2691654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25a14c30895_0_752"/>
          <p:cNvSpPr/>
          <p:nvPr/>
        </p:nvSpPr>
        <p:spPr>
          <a:xfrm>
            <a:off x="2153537" y="2691654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25a14c30895_0_752"/>
          <p:cNvSpPr/>
          <p:nvPr/>
        </p:nvSpPr>
        <p:spPr>
          <a:xfrm>
            <a:off x="2730566" y="2691654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25a14c30895_0_752"/>
          <p:cNvSpPr/>
          <p:nvPr/>
        </p:nvSpPr>
        <p:spPr>
          <a:xfrm>
            <a:off x="3884626" y="2697539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25a14c30895_0_752"/>
          <p:cNvSpPr/>
          <p:nvPr/>
        </p:nvSpPr>
        <p:spPr>
          <a:xfrm>
            <a:off x="4392736" y="2122719"/>
            <a:ext cx="450000" cy="450000"/>
          </a:xfrm>
          <a:prstGeom prst="ellipse">
            <a:avLst/>
          </a:prstGeom>
          <a:solidFill>
            <a:srgbClr val="2E54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texte, clipart&#10;&#10;Description générée automatiquement" id="360" name="Google Shape;360;g25a14c30895_0_752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1581719" y="2712145"/>
            <a:ext cx="407448" cy="407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25a14c30895_0_752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936651" y="2725351"/>
            <a:ext cx="373762" cy="373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élescope&#10;&#10;Description générée automatiquement" id="362" name="Google Shape;362;g25a14c30895_0_752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1014969" y="2151274"/>
            <a:ext cx="432864" cy="432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outeau, arme&#10;&#10;Description générée automatiquement" id="363" name="Google Shape;363;g25a14c30895_0_752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2152489" y="2148265"/>
            <a:ext cx="438882" cy="43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25a14c30895_0_752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3348039" y="2169113"/>
            <a:ext cx="369588" cy="36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25a14c30895_0_752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2716387" y="2676000"/>
            <a:ext cx="470364" cy="47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25a14c30895_0_752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434750" y="2156742"/>
            <a:ext cx="421928" cy="421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lé&#10;&#10;Description générée automatiquement" id="367" name="Google Shape;367;g25a14c30895_0_752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378377" y="2636546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g25a14c30895_0_752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970506" y="2646380"/>
            <a:ext cx="492808" cy="4928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répied&#10;&#10;Description générée automatiquement" id="369" name="Google Shape;369;g25a14c30895_0_752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2145440" y="2683177"/>
            <a:ext cx="447142" cy="447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g25a14c30895_0_752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1568005" y="2148265"/>
            <a:ext cx="438882" cy="438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asse, arts de la table, vaisselle&#10;&#10;Description générée automatiquement" id="371" name="Google Shape;371;g25a14c30895_0_752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4395040" y="2116901"/>
            <a:ext cx="444576" cy="4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25a14c30895_0_752"/>
          <p:cNvSpPr txBox="1"/>
          <p:nvPr/>
        </p:nvSpPr>
        <p:spPr>
          <a:xfrm>
            <a:off x="632180" y="2422139"/>
            <a:ext cx="36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25a14c30895_0_752"/>
          <p:cNvSpPr txBox="1"/>
          <p:nvPr/>
        </p:nvSpPr>
        <p:spPr>
          <a:xfrm>
            <a:off x="1208547" y="2422139"/>
            <a:ext cx="36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25a14c30895_0_752"/>
          <p:cNvSpPr txBox="1"/>
          <p:nvPr/>
        </p:nvSpPr>
        <p:spPr>
          <a:xfrm>
            <a:off x="1789369" y="2422139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4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25a14c30895_0_752"/>
          <p:cNvSpPr txBox="1"/>
          <p:nvPr/>
        </p:nvSpPr>
        <p:spPr>
          <a:xfrm>
            <a:off x="2367285" y="2422139"/>
            <a:ext cx="36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6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25a14c30895_0_752"/>
          <p:cNvSpPr txBox="1"/>
          <p:nvPr/>
        </p:nvSpPr>
        <p:spPr>
          <a:xfrm>
            <a:off x="2942953" y="2422139"/>
            <a:ext cx="36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25a14c30895_0_752"/>
          <p:cNvSpPr txBox="1"/>
          <p:nvPr/>
        </p:nvSpPr>
        <p:spPr>
          <a:xfrm>
            <a:off x="3447322" y="2422139"/>
            <a:ext cx="444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25a14c30895_0_752"/>
          <p:cNvSpPr txBox="1"/>
          <p:nvPr/>
        </p:nvSpPr>
        <p:spPr>
          <a:xfrm>
            <a:off x="642041" y="2973941"/>
            <a:ext cx="3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fr-FR" sz="1200">
                <a:solidFill>
                  <a:schemeClr val="lt1"/>
                </a:solidFill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25a14c30895_0_752"/>
          <p:cNvSpPr txBox="1"/>
          <p:nvPr/>
        </p:nvSpPr>
        <p:spPr>
          <a:xfrm>
            <a:off x="1149447" y="2973938"/>
            <a:ext cx="43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25a14c30895_0_752"/>
          <p:cNvSpPr txBox="1"/>
          <p:nvPr/>
        </p:nvSpPr>
        <p:spPr>
          <a:xfrm>
            <a:off x="1690225" y="2973938"/>
            <a:ext cx="47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25a14c30895_0_752"/>
          <p:cNvSpPr txBox="1"/>
          <p:nvPr/>
        </p:nvSpPr>
        <p:spPr>
          <a:xfrm>
            <a:off x="2371930" y="2973941"/>
            <a:ext cx="36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25a14c30895_0_752"/>
          <p:cNvSpPr txBox="1"/>
          <p:nvPr/>
        </p:nvSpPr>
        <p:spPr>
          <a:xfrm>
            <a:off x="2962885" y="2973941"/>
            <a:ext cx="36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25a14c30895_0_752"/>
          <p:cNvSpPr txBox="1"/>
          <p:nvPr/>
        </p:nvSpPr>
        <p:spPr>
          <a:xfrm>
            <a:off x="3529916" y="2973941"/>
            <a:ext cx="36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25a14c30895_0_752"/>
          <p:cNvSpPr txBox="1"/>
          <p:nvPr/>
        </p:nvSpPr>
        <p:spPr>
          <a:xfrm>
            <a:off x="4102277" y="2422139"/>
            <a:ext cx="3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25a14c30895_0_752"/>
          <p:cNvSpPr txBox="1"/>
          <p:nvPr/>
        </p:nvSpPr>
        <p:spPr>
          <a:xfrm>
            <a:off x="3983525" y="2973938"/>
            <a:ext cx="5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25a14c30895_0_752"/>
          <p:cNvSpPr txBox="1"/>
          <p:nvPr/>
        </p:nvSpPr>
        <p:spPr>
          <a:xfrm>
            <a:off x="4539407" y="2973941"/>
            <a:ext cx="44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25a14c30895_0_752"/>
          <p:cNvSpPr txBox="1"/>
          <p:nvPr/>
        </p:nvSpPr>
        <p:spPr>
          <a:xfrm>
            <a:off x="5066509" y="2983066"/>
            <a:ext cx="44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25a14c30895_0_752"/>
          <p:cNvSpPr txBox="1"/>
          <p:nvPr/>
        </p:nvSpPr>
        <p:spPr>
          <a:xfrm>
            <a:off x="4612812" y="2418739"/>
            <a:ext cx="364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25a14c30895_0_752"/>
          <p:cNvSpPr txBox="1"/>
          <p:nvPr/>
        </p:nvSpPr>
        <p:spPr>
          <a:xfrm>
            <a:off x="5078317" y="2398689"/>
            <a:ext cx="44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25a14c30895_0_752"/>
          <p:cNvSpPr/>
          <p:nvPr/>
        </p:nvSpPr>
        <p:spPr>
          <a:xfrm>
            <a:off x="8486338" y="2049065"/>
            <a:ext cx="1877700" cy="1323779"/>
          </a:xfrm>
          <a:custGeom>
            <a:rect b="b" l="l" r="r" t="t"/>
            <a:pathLst>
              <a:path extrusionOk="0" h="1495795" w="1417132">
                <a:moveTo>
                  <a:pt x="1122755" y="1156"/>
                </a:moveTo>
                <a:lnTo>
                  <a:pt x="1180939" y="0"/>
                </a:lnTo>
                <a:cubicBezTo>
                  <a:pt x="1311385" y="0"/>
                  <a:pt x="1417132" y="105747"/>
                  <a:pt x="1417132" y="236193"/>
                </a:cubicBezTo>
                <a:lnTo>
                  <a:pt x="1417132" y="1259602"/>
                </a:lnTo>
                <a:cubicBezTo>
                  <a:pt x="1417132" y="1390048"/>
                  <a:pt x="1311385" y="1495795"/>
                  <a:pt x="1180939" y="1495795"/>
                </a:cubicBezTo>
                <a:lnTo>
                  <a:pt x="236193" y="1495795"/>
                </a:lnTo>
                <a:cubicBezTo>
                  <a:pt x="105747" y="1495795"/>
                  <a:pt x="0" y="1390048"/>
                  <a:pt x="0" y="1259602"/>
                </a:cubicBezTo>
                <a:lnTo>
                  <a:pt x="0" y="236193"/>
                </a:lnTo>
                <a:cubicBezTo>
                  <a:pt x="0" y="105747"/>
                  <a:pt x="105747" y="0"/>
                  <a:pt x="236193" y="0"/>
                </a:cubicBezTo>
                <a:lnTo>
                  <a:pt x="287730" y="1156"/>
                </a:lnTo>
              </a:path>
            </a:pathLst>
          </a:custGeom>
          <a:noFill/>
          <a:ln cap="flat" cmpd="sng" w="28575">
            <a:solidFill>
              <a:srgbClr val="5F7C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25a14c30895_0_752"/>
          <p:cNvSpPr/>
          <p:nvPr/>
        </p:nvSpPr>
        <p:spPr>
          <a:xfrm>
            <a:off x="6106388" y="2080525"/>
            <a:ext cx="2328900" cy="128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25a14c30895_0_752"/>
          <p:cNvSpPr txBox="1"/>
          <p:nvPr/>
        </p:nvSpPr>
        <p:spPr>
          <a:xfrm>
            <a:off x="6212378" y="1800188"/>
            <a:ext cx="217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Uniforms </a:t>
            </a: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 Crate )</a:t>
            </a:r>
            <a:endParaRPr b="0" i="0" sz="16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93" name="Google Shape;393;g25a14c30895_0_752"/>
          <p:cNvSpPr txBox="1"/>
          <p:nvPr/>
        </p:nvSpPr>
        <p:spPr>
          <a:xfrm>
            <a:off x="10346359" y="1741825"/>
            <a:ext cx="187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Materials</a:t>
            </a: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 Crate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25a14c30895_0_752"/>
          <p:cNvSpPr txBox="1"/>
          <p:nvPr/>
        </p:nvSpPr>
        <p:spPr>
          <a:xfrm>
            <a:off x="8452912" y="1746850"/>
            <a:ext cx="199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Medical / Supplies</a:t>
            </a:r>
            <a:endParaRPr sz="1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 Crate )</a:t>
            </a:r>
            <a:endParaRPr b="0" i="0" sz="16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95" name="Google Shape;395;g25a14c30895_0_752"/>
          <p:cNvSpPr txBox="1"/>
          <p:nvPr/>
        </p:nvSpPr>
        <p:spPr>
          <a:xfrm>
            <a:off x="1817567" y="1683525"/>
            <a:ext cx="226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Equipment </a:t>
            </a: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 Crate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g25a14c30895_0_752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284325" y="-11568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25a14c30895_0_752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 flipH="1">
            <a:off x="10200679" y="-22904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25a14c30895_0_752"/>
          <p:cNvSpPr txBox="1"/>
          <p:nvPr/>
        </p:nvSpPr>
        <p:spPr>
          <a:xfrm>
            <a:off x="1959736" y="1279321"/>
            <a:ext cx="859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This is the content of Operational Stockpiles that the 11eRC-FL expect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each operation made by the regiment.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99" name="Google Shape;399;g25a14c30895_0_752"/>
          <p:cNvSpPr txBox="1"/>
          <p:nvPr/>
        </p:nvSpPr>
        <p:spPr>
          <a:xfrm>
            <a:off x="3234509" y="457303"/>
            <a:ext cx="604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11eRC-FL Stockpile operation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25a14c30895_0_752"/>
          <p:cNvSpPr/>
          <p:nvPr/>
        </p:nvSpPr>
        <p:spPr>
          <a:xfrm>
            <a:off x="3127701" y="408141"/>
            <a:ext cx="6233100" cy="713700"/>
          </a:xfrm>
          <a:prstGeom prst="roundRect">
            <a:avLst>
              <a:gd fmla="val 16667" name="adj"/>
            </a:avLst>
          </a:prstGeom>
          <a:noFill/>
          <a:ln cap="flat" cmpd="thickThin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25a14c30895_0_752"/>
          <p:cNvSpPr txBox="1"/>
          <p:nvPr/>
        </p:nvSpPr>
        <p:spPr>
          <a:xfrm>
            <a:off x="6408829" y="2533745"/>
            <a:ext cx="36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25a14c30895_0_752"/>
          <p:cNvSpPr txBox="1"/>
          <p:nvPr/>
        </p:nvSpPr>
        <p:spPr>
          <a:xfrm>
            <a:off x="7000181" y="2533745"/>
            <a:ext cx="35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25a14c30895_0_752"/>
          <p:cNvSpPr txBox="1"/>
          <p:nvPr/>
        </p:nvSpPr>
        <p:spPr>
          <a:xfrm>
            <a:off x="7565887" y="2533745"/>
            <a:ext cx="36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25a14c30895_0_752"/>
          <p:cNvSpPr txBox="1"/>
          <p:nvPr/>
        </p:nvSpPr>
        <p:spPr>
          <a:xfrm>
            <a:off x="8144415" y="2533745"/>
            <a:ext cx="36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25a14c30895_0_752"/>
          <p:cNvSpPr txBox="1"/>
          <p:nvPr/>
        </p:nvSpPr>
        <p:spPr>
          <a:xfrm>
            <a:off x="6411354" y="3044045"/>
            <a:ext cx="3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25a14c30895_0_752"/>
          <p:cNvSpPr txBox="1"/>
          <p:nvPr/>
        </p:nvSpPr>
        <p:spPr>
          <a:xfrm>
            <a:off x="6989883" y="3044045"/>
            <a:ext cx="3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3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25a14c30895_0_752"/>
          <p:cNvSpPr txBox="1"/>
          <p:nvPr/>
        </p:nvSpPr>
        <p:spPr>
          <a:xfrm>
            <a:off x="7568411" y="3044045"/>
            <a:ext cx="3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25a14c30895_0_752"/>
          <p:cNvSpPr txBox="1"/>
          <p:nvPr/>
        </p:nvSpPr>
        <p:spPr>
          <a:xfrm>
            <a:off x="10562249" y="6596400"/>
            <a:ext cx="162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Juillet 2023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09" name="Google Shape;409;g25a14c30895_0_752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4004838" y="4130888"/>
            <a:ext cx="583800" cy="56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g25a14c30895_0_752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3341863" y="4163963"/>
            <a:ext cx="583800" cy="56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g25a14c30895_0_752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4717063" y="4130888"/>
            <a:ext cx="583800" cy="56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25a14c30895_0_752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5347913" y="4130888"/>
            <a:ext cx="583800" cy="56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25a14c30895_0_752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964588" y="2782600"/>
            <a:ext cx="369000" cy="3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25a14c30895_0_752"/>
          <p:cNvSpPr txBox="1"/>
          <p:nvPr/>
        </p:nvSpPr>
        <p:spPr>
          <a:xfrm>
            <a:off x="8130536" y="3039533"/>
            <a:ext cx="3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g25a14c30895_0_752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2703925" y="2110259"/>
            <a:ext cx="500400" cy="493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25a14c30895_0_752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3332074" y="2692498"/>
            <a:ext cx="500400" cy="493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25a14c30895_0_752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3860163" y="2117488"/>
            <a:ext cx="500400" cy="5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25a14c30895_0_752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5412200" y="2114797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25a14c30895_0_752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5437313" y="2688030"/>
            <a:ext cx="547700" cy="563133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25a14c30895_0_752"/>
          <p:cNvSpPr txBox="1"/>
          <p:nvPr/>
        </p:nvSpPr>
        <p:spPr>
          <a:xfrm>
            <a:off x="5589559" y="3010416"/>
            <a:ext cx="44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25a14c30895_0_752"/>
          <p:cNvSpPr txBox="1"/>
          <p:nvPr/>
        </p:nvSpPr>
        <p:spPr>
          <a:xfrm>
            <a:off x="5581247" y="2400541"/>
            <a:ext cx="44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25a14c30895_0_752"/>
          <p:cNvSpPr txBox="1"/>
          <p:nvPr/>
        </p:nvSpPr>
        <p:spPr>
          <a:xfrm>
            <a:off x="4764098" y="4496388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7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25a14c30895_0_752"/>
          <p:cNvSpPr txBox="1"/>
          <p:nvPr/>
        </p:nvSpPr>
        <p:spPr>
          <a:xfrm>
            <a:off x="5464185" y="4492531"/>
            <a:ext cx="481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25a14c30895_0_752"/>
          <p:cNvSpPr txBox="1"/>
          <p:nvPr/>
        </p:nvSpPr>
        <p:spPr>
          <a:xfrm>
            <a:off x="3983196" y="4492538"/>
            <a:ext cx="68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20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25a14c30895_0_752"/>
          <p:cNvSpPr txBox="1"/>
          <p:nvPr/>
        </p:nvSpPr>
        <p:spPr>
          <a:xfrm>
            <a:off x="3238900" y="3729175"/>
            <a:ext cx="217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Materials</a:t>
            </a: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 Facility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g25a14c30895_0_752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2754100" y="4864015"/>
            <a:ext cx="492825" cy="50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25a14c30895_0_752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3387596" y="4881243"/>
            <a:ext cx="479625" cy="47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25a14c30895_0_752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4026722" y="4871509"/>
            <a:ext cx="492300" cy="49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g25a14c30895_0_752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4717071" y="4879058"/>
            <a:ext cx="470400" cy="477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g25a14c30895_0_752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5347888" y="4870013"/>
            <a:ext cx="5048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25a14c30895_0_752"/>
          <p:cNvSpPr txBox="1"/>
          <p:nvPr/>
        </p:nvSpPr>
        <p:spPr>
          <a:xfrm>
            <a:off x="2658958" y="5200288"/>
            <a:ext cx="68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25a14c30895_0_752"/>
          <p:cNvSpPr txBox="1"/>
          <p:nvPr/>
        </p:nvSpPr>
        <p:spPr>
          <a:xfrm>
            <a:off x="3246933" y="5200288"/>
            <a:ext cx="68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2</a:t>
            </a:r>
            <a:r>
              <a:rPr lang="fr-FR" sz="1200">
                <a:solidFill>
                  <a:schemeClr val="lt1"/>
                </a:solidFill>
              </a:rPr>
              <a:t>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25a14c30895_0_752"/>
          <p:cNvSpPr txBox="1"/>
          <p:nvPr/>
        </p:nvSpPr>
        <p:spPr>
          <a:xfrm>
            <a:off x="3950608" y="5215788"/>
            <a:ext cx="68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25a14c30895_0_752"/>
          <p:cNvSpPr txBox="1"/>
          <p:nvPr/>
        </p:nvSpPr>
        <p:spPr>
          <a:xfrm>
            <a:off x="4560583" y="5215788"/>
            <a:ext cx="68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25a14c30895_0_752"/>
          <p:cNvSpPr txBox="1"/>
          <p:nvPr/>
        </p:nvSpPr>
        <p:spPr>
          <a:xfrm>
            <a:off x="5285233" y="5215788"/>
            <a:ext cx="68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15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25a14c30895_0_752"/>
          <p:cNvSpPr txBox="1"/>
          <p:nvPr/>
        </p:nvSpPr>
        <p:spPr>
          <a:xfrm>
            <a:off x="2771125" y="4804088"/>
            <a:ext cx="58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000">
                <a:solidFill>
                  <a:schemeClr val="lt1"/>
                </a:solidFill>
              </a:rPr>
              <a:t>AM</a:t>
            </a:r>
            <a:r>
              <a:rPr lang="fr-FR" sz="1000">
                <a:solidFill>
                  <a:schemeClr val="lt1"/>
                </a:solidFill>
              </a:rPr>
              <a:t>1</a:t>
            </a:r>
            <a:r>
              <a:rPr b="0" i="0" lang="fr-F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25a14c30895_0_752"/>
          <p:cNvSpPr txBox="1"/>
          <p:nvPr/>
        </p:nvSpPr>
        <p:spPr>
          <a:xfrm>
            <a:off x="3398925" y="4827913"/>
            <a:ext cx="58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000">
                <a:solidFill>
                  <a:schemeClr val="lt1"/>
                </a:solidFill>
              </a:rPr>
              <a:t>AM2</a:t>
            </a:r>
            <a:r>
              <a:rPr b="0" i="0" lang="fr-F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25a14c30895_0_752"/>
          <p:cNvSpPr txBox="1"/>
          <p:nvPr/>
        </p:nvSpPr>
        <p:spPr>
          <a:xfrm>
            <a:off x="4024337" y="4804088"/>
            <a:ext cx="58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000">
                <a:solidFill>
                  <a:schemeClr val="lt1"/>
                </a:solidFill>
              </a:rPr>
              <a:t>AM3</a:t>
            </a:r>
            <a:r>
              <a:rPr b="0" i="0" lang="fr-F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5a14c30895_0_752"/>
          <p:cNvSpPr txBox="1"/>
          <p:nvPr/>
        </p:nvSpPr>
        <p:spPr>
          <a:xfrm>
            <a:off x="4704925" y="4804088"/>
            <a:ext cx="58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000">
                <a:solidFill>
                  <a:schemeClr val="lt1"/>
                </a:solidFill>
              </a:rPr>
              <a:t>AM4</a:t>
            </a:r>
            <a:r>
              <a:rPr b="0" i="0" lang="fr-F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25a14c30895_0_752"/>
          <p:cNvSpPr txBox="1"/>
          <p:nvPr/>
        </p:nvSpPr>
        <p:spPr>
          <a:xfrm>
            <a:off x="5343850" y="4804088"/>
            <a:ext cx="58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000">
                <a:solidFill>
                  <a:schemeClr val="lt1"/>
                </a:solidFill>
              </a:rPr>
              <a:t>AM5</a:t>
            </a:r>
            <a:r>
              <a:rPr b="0" i="0" lang="fr-F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25a14c30895_0_752"/>
          <p:cNvSpPr txBox="1"/>
          <p:nvPr/>
        </p:nvSpPr>
        <p:spPr>
          <a:xfrm>
            <a:off x="2674697" y="4495650"/>
            <a:ext cx="68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12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25a14c30895_0_752"/>
          <p:cNvSpPr txBox="1"/>
          <p:nvPr/>
        </p:nvSpPr>
        <p:spPr>
          <a:xfrm>
            <a:off x="3399074" y="4495638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6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000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25a14c30895_0_752"/>
          <p:cNvSpPr txBox="1"/>
          <p:nvPr/>
        </p:nvSpPr>
        <p:spPr>
          <a:xfrm>
            <a:off x="280900" y="3536813"/>
            <a:ext cx="208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Emplacements</a:t>
            </a:r>
            <a:endParaRPr sz="1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 Crate/Stockpile )</a:t>
            </a:r>
            <a:endParaRPr b="0" i="0" sz="16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44" name="Google Shape;444;g25a14c30895_0_752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1010344" y="4301950"/>
            <a:ext cx="500400" cy="50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25a14c30895_0_752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368219" y="4968950"/>
            <a:ext cx="500400" cy="50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25a14c30895_0_752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368219" y="4301950"/>
            <a:ext cx="500400" cy="50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25a14c30895_0_752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1010344" y="4968950"/>
            <a:ext cx="500400" cy="5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25a14c30895_0_752"/>
          <p:cNvSpPr/>
          <p:nvPr/>
        </p:nvSpPr>
        <p:spPr>
          <a:xfrm>
            <a:off x="281088" y="4069888"/>
            <a:ext cx="2084918" cy="1509557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9" name="Google Shape;449;g25a14c30895_0_752"/>
          <p:cNvPicPr preferRelativeResize="0"/>
          <p:nvPr/>
        </p:nvPicPr>
        <p:blipFill>
          <a:blip r:embed="rId65">
            <a:alphaModFix/>
          </a:blip>
          <a:stretch>
            <a:fillRect/>
          </a:stretch>
        </p:blipFill>
        <p:spPr>
          <a:xfrm>
            <a:off x="1690838" y="4360719"/>
            <a:ext cx="492825" cy="492843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25a14c30895_0_752"/>
          <p:cNvSpPr txBox="1"/>
          <p:nvPr/>
        </p:nvSpPr>
        <p:spPr>
          <a:xfrm>
            <a:off x="1514287" y="4339388"/>
            <a:ext cx="5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94.5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25a14c30895_0_752"/>
          <p:cNvSpPr txBox="1"/>
          <p:nvPr/>
        </p:nvSpPr>
        <p:spPr>
          <a:xfrm>
            <a:off x="1512062" y="4192688"/>
            <a:ext cx="75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Starbreaker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25a14c30895_0_752"/>
          <p:cNvSpPr txBox="1"/>
          <p:nvPr/>
        </p:nvSpPr>
        <p:spPr>
          <a:xfrm>
            <a:off x="507684" y="5371738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25a14c30895_0_752"/>
          <p:cNvSpPr txBox="1"/>
          <p:nvPr/>
        </p:nvSpPr>
        <p:spPr>
          <a:xfrm>
            <a:off x="1046797" y="5371725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25a14c30895_0_752"/>
          <p:cNvSpPr txBox="1"/>
          <p:nvPr/>
        </p:nvSpPr>
        <p:spPr>
          <a:xfrm>
            <a:off x="1652472" y="4690550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-/*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25a14c30895_0_752"/>
          <p:cNvSpPr txBox="1"/>
          <p:nvPr/>
        </p:nvSpPr>
        <p:spPr>
          <a:xfrm>
            <a:off x="507676" y="4762425"/>
            <a:ext cx="45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25a14c30895_0_752"/>
          <p:cNvSpPr txBox="1"/>
          <p:nvPr/>
        </p:nvSpPr>
        <p:spPr>
          <a:xfrm>
            <a:off x="1099264" y="4766750"/>
            <a:ext cx="45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g25a14c30895_0_752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8930700" y="3701975"/>
            <a:ext cx="5477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25a14c30895_0_752"/>
          <p:cNvPicPr preferRelativeResize="0"/>
          <p:nvPr/>
        </p:nvPicPr>
        <p:blipFill>
          <a:blip r:embed="rId67">
            <a:alphaModFix/>
          </a:blip>
          <a:stretch>
            <a:fillRect/>
          </a:stretch>
        </p:blipFill>
        <p:spPr>
          <a:xfrm>
            <a:off x="9509063" y="3689225"/>
            <a:ext cx="5477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25a14c30895_0_752"/>
          <p:cNvPicPr preferRelativeResize="0"/>
          <p:nvPr/>
        </p:nvPicPr>
        <p:blipFill>
          <a:blip r:embed="rId68">
            <a:alphaModFix/>
          </a:blip>
          <a:stretch>
            <a:fillRect/>
          </a:stretch>
        </p:blipFill>
        <p:spPr>
          <a:xfrm>
            <a:off x="10087425" y="3689225"/>
            <a:ext cx="5477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25a14c30895_0_752"/>
          <p:cNvSpPr txBox="1"/>
          <p:nvPr/>
        </p:nvSpPr>
        <p:spPr>
          <a:xfrm>
            <a:off x="7498275" y="4245100"/>
            <a:ext cx="4490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Iron, Alluminium and Copper, it is necessary to :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-"/>
            </a:pPr>
            <a:r>
              <a:rPr lang="fr-FR"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put in a stockpile or contact a </a:t>
            </a:r>
            <a:r>
              <a:rPr lang="fr-FR"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TM</a:t>
            </a:r>
            <a:r>
              <a:rPr lang="fr-FR"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( if using </a:t>
            </a:r>
            <a:r>
              <a:rPr lang="fr-FR"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TM</a:t>
            </a:r>
            <a:r>
              <a:rPr lang="fr-FR"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System)</a:t>
            </a:r>
            <a:endParaRPr sz="1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Char char="-"/>
            </a:pPr>
            <a:r>
              <a:rPr b="1"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put in engineering Center and make protos out of it. ( If No </a:t>
            </a:r>
            <a:r>
              <a:rPr b="1"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TM</a:t>
            </a:r>
            <a:r>
              <a:rPr b="1"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System running )</a:t>
            </a:r>
            <a:endParaRPr b="1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1" name="Google Shape;461;g25a14c30895_0_752"/>
          <p:cNvSpPr/>
          <p:nvPr/>
        </p:nvSpPr>
        <p:spPr>
          <a:xfrm>
            <a:off x="7470475" y="3932525"/>
            <a:ext cx="4531221" cy="1577978"/>
          </a:xfrm>
          <a:custGeom>
            <a:rect b="b" l="l" r="r" t="t"/>
            <a:pathLst>
              <a:path extrusionOk="0" h="1461091" w="1389945">
                <a:moveTo>
                  <a:pt x="1158283" y="0"/>
                </a:moveTo>
                <a:cubicBezTo>
                  <a:pt x="1286226" y="0"/>
                  <a:pt x="1389945" y="103719"/>
                  <a:pt x="1389945" y="231662"/>
                </a:cubicBezTo>
                <a:lnTo>
                  <a:pt x="1389945" y="1229429"/>
                </a:lnTo>
                <a:cubicBezTo>
                  <a:pt x="1389945" y="1357372"/>
                  <a:pt x="1286226" y="1461091"/>
                  <a:pt x="1158283" y="1461091"/>
                </a:cubicBezTo>
                <a:lnTo>
                  <a:pt x="231662" y="1461091"/>
                </a:lnTo>
                <a:cubicBezTo>
                  <a:pt x="103719" y="1461091"/>
                  <a:pt x="0" y="1357372"/>
                  <a:pt x="0" y="1229429"/>
                </a:cubicBezTo>
                <a:lnTo>
                  <a:pt x="0" y="231662"/>
                </a:lnTo>
                <a:cubicBezTo>
                  <a:pt x="0" y="103719"/>
                  <a:pt x="103719" y="0"/>
                  <a:pt x="231662" y="0"/>
                </a:cubicBezTo>
              </a:path>
            </a:pathLst>
          </a:custGeom>
          <a:noFill/>
          <a:ln cap="flat" cmpd="sng" w="28575">
            <a:solidFill>
              <a:srgbClr val="A96D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5a14c30895_0_1221"/>
          <p:cNvSpPr/>
          <p:nvPr/>
        </p:nvSpPr>
        <p:spPr>
          <a:xfrm>
            <a:off x="4810950" y="4566700"/>
            <a:ext cx="1872951" cy="714278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25a14c30895_0_1221"/>
          <p:cNvSpPr/>
          <p:nvPr/>
        </p:nvSpPr>
        <p:spPr>
          <a:xfrm>
            <a:off x="4938671" y="5457700"/>
            <a:ext cx="1799979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25a14c30895_0_1221"/>
          <p:cNvSpPr/>
          <p:nvPr/>
        </p:nvSpPr>
        <p:spPr>
          <a:xfrm>
            <a:off x="6926999" y="5452900"/>
            <a:ext cx="1292649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25a14c30895_0_1221"/>
          <p:cNvSpPr/>
          <p:nvPr/>
        </p:nvSpPr>
        <p:spPr>
          <a:xfrm>
            <a:off x="8407999" y="5452900"/>
            <a:ext cx="1292649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25a14c30895_0_1221"/>
          <p:cNvSpPr/>
          <p:nvPr/>
        </p:nvSpPr>
        <p:spPr>
          <a:xfrm>
            <a:off x="576375" y="2286150"/>
            <a:ext cx="1709632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25a14c30895_0_1221"/>
          <p:cNvSpPr/>
          <p:nvPr/>
        </p:nvSpPr>
        <p:spPr>
          <a:xfrm>
            <a:off x="2449167" y="2286150"/>
            <a:ext cx="549028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25a14c30895_0_1221"/>
          <p:cNvSpPr/>
          <p:nvPr/>
        </p:nvSpPr>
        <p:spPr>
          <a:xfrm>
            <a:off x="3134254" y="2286150"/>
            <a:ext cx="549028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25a14c30895_0_1221"/>
          <p:cNvSpPr/>
          <p:nvPr/>
        </p:nvSpPr>
        <p:spPr>
          <a:xfrm>
            <a:off x="3850454" y="2286150"/>
            <a:ext cx="549028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25a14c30895_0_1221"/>
          <p:cNvSpPr/>
          <p:nvPr/>
        </p:nvSpPr>
        <p:spPr>
          <a:xfrm>
            <a:off x="4541604" y="2286150"/>
            <a:ext cx="549028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25a14c30895_0_1221"/>
          <p:cNvSpPr/>
          <p:nvPr/>
        </p:nvSpPr>
        <p:spPr>
          <a:xfrm>
            <a:off x="5256302" y="2286150"/>
            <a:ext cx="1709632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25a14c30895_0_1221"/>
          <p:cNvSpPr/>
          <p:nvPr/>
        </p:nvSpPr>
        <p:spPr>
          <a:xfrm>
            <a:off x="1239921" y="3398300"/>
            <a:ext cx="1167554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25a14c30895_0_1221"/>
          <p:cNvSpPr/>
          <p:nvPr/>
        </p:nvSpPr>
        <p:spPr>
          <a:xfrm>
            <a:off x="538492" y="3380900"/>
            <a:ext cx="549028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9" name="Google Shape;479;g25a14c30895_0_12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325" y="-11568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25a14c30895_0_12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0200679" y="-22904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25a14c30895_0_1221"/>
          <p:cNvSpPr txBox="1"/>
          <p:nvPr/>
        </p:nvSpPr>
        <p:spPr>
          <a:xfrm>
            <a:off x="1959736" y="1279321"/>
            <a:ext cx="859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This is the content of Operational Stockpiles that the 11eRC-FL expect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fr-FR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each operation made by the regiment.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82" name="Google Shape;482;g25a14c30895_0_1221"/>
          <p:cNvSpPr txBox="1"/>
          <p:nvPr/>
        </p:nvSpPr>
        <p:spPr>
          <a:xfrm>
            <a:off x="3234509" y="457303"/>
            <a:ext cx="604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11eRC-FL Stockpile operation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25a14c30895_0_1221"/>
          <p:cNvSpPr/>
          <p:nvPr/>
        </p:nvSpPr>
        <p:spPr>
          <a:xfrm>
            <a:off x="3127701" y="408141"/>
            <a:ext cx="6233100" cy="713700"/>
          </a:xfrm>
          <a:prstGeom prst="roundRect">
            <a:avLst>
              <a:gd fmla="val 16667" name="adj"/>
            </a:avLst>
          </a:prstGeom>
          <a:noFill/>
          <a:ln cap="flat" cmpd="thickThin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25a14c30895_0_1221"/>
          <p:cNvSpPr txBox="1"/>
          <p:nvPr/>
        </p:nvSpPr>
        <p:spPr>
          <a:xfrm>
            <a:off x="10562249" y="6596400"/>
            <a:ext cx="162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Juillet 2023</a:t>
            </a:r>
            <a:endParaRPr b="0" i="0" sz="14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85" name="Google Shape;485;g25a14c30895_0_1221"/>
          <p:cNvSpPr txBox="1"/>
          <p:nvPr/>
        </p:nvSpPr>
        <p:spPr>
          <a:xfrm>
            <a:off x="1344807" y="1947450"/>
            <a:ext cx="364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Vehicles ( Crate / Stockpile )</a:t>
            </a:r>
            <a:endParaRPr b="0" i="0" sz="16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86" name="Google Shape;486;g25a14c30895_0_12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9450" y="348622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25a14c30895_0_12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23825" y="3141613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g25a14c30895_0_12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23825" y="238110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25a14c30895_0_12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16100" y="3636038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g25a14c30895_0_12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624625" y="239815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g25a14c30895_0_12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34100" y="238665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g25a14c30895_0_12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18600" y="2365438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g25a14c30895_0_12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251738" y="236545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g25a14c30895_0_12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10488" y="566257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g25a14c30895_0_122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533338" y="5636613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25a14c30895_0_122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142738" y="563662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g25a14c30895_0_122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072500" y="560540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25a14c30895_0_122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32650" y="562342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25a14c30895_0_122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352575" y="5629413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25a14c30895_0_122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13125" y="356062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25a14c30895_0_122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092525" y="4616888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25a14c30895_0_1221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0320875" y="462800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g25a14c30895_0_1221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9771125" y="464210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g25a14c30895_0_122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873900" y="348622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g25a14c30895_0_1221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1268663" y="350982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g25a14c30895_0_1221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3875638" y="238665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25a14c30895_0_122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9221375" y="466015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g25a14c30895_0_1221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6092538" y="461327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g25a14c30895_0_1221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536588" y="460162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g25a14c30895_0_1221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949663" y="460162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g25a14c30895_0_1221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6955000" y="566257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g25a14c30895_0_1221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5548438" y="562550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g25a14c30895_0_1221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3919625" y="3623588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g25a14c30895_0_1221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3150838" y="2386638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g25a14c30895_0_1221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5429713" y="3655063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g25a14c30895_0_1221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1197013" y="462965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25a14c30895_0_1221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811650" y="3634313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g25a14c30895_0_1221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631788" y="4625538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g25a14c30895_0_1221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8671625" y="466015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25a14c30895_0_1221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154238" y="238665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g25a14c30895_0_1221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719463" y="238665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25a14c30895_0_1221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2437075" y="2386650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5a14c30895_0_1221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673638" y="239567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g25a14c30895_0_1221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5006200" y="5625500"/>
            <a:ext cx="50482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g25a14c30895_0_1221"/>
          <p:cNvSpPr txBox="1"/>
          <p:nvPr/>
        </p:nvSpPr>
        <p:spPr>
          <a:xfrm>
            <a:off x="742486" y="2949800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10/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25a14c30895_0_1221"/>
          <p:cNvSpPr txBox="1"/>
          <p:nvPr/>
        </p:nvSpPr>
        <p:spPr>
          <a:xfrm>
            <a:off x="529098" y="4026375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5/1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25a14c30895_0_1221"/>
          <p:cNvSpPr txBox="1"/>
          <p:nvPr/>
        </p:nvSpPr>
        <p:spPr>
          <a:xfrm>
            <a:off x="5406065" y="2784000"/>
            <a:ext cx="42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0/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25a14c30895_0_1221"/>
          <p:cNvSpPr txBox="1"/>
          <p:nvPr/>
        </p:nvSpPr>
        <p:spPr>
          <a:xfrm>
            <a:off x="6006262" y="2760725"/>
            <a:ext cx="41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0/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g25a14c30895_0_12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1300" y="3646338"/>
            <a:ext cx="50482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25a14c30895_0_1221"/>
          <p:cNvSpPr txBox="1"/>
          <p:nvPr/>
        </p:nvSpPr>
        <p:spPr>
          <a:xfrm>
            <a:off x="3111361" y="3442950"/>
            <a:ext cx="58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Firetruck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25a14c30895_0_1221"/>
          <p:cNvSpPr txBox="1"/>
          <p:nvPr/>
        </p:nvSpPr>
        <p:spPr>
          <a:xfrm>
            <a:off x="6329223" y="2949800"/>
            <a:ext cx="58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ACV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g25a14c30895_0_12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85450" y="2365438"/>
            <a:ext cx="50482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25a14c30895_0_1221"/>
          <p:cNvSpPr txBox="1"/>
          <p:nvPr/>
        </p:nvSpPr>
        <p:spPr>
          <a:xfrm>
            <a:off x="6529987" y="2760725"/>
            <a:ext cx="41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0/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25a14c30895_0_1221"/>
          <p:cNvSpPr txBox="1"/>
          <p:nvPr/>
        </p:nvSpPr>
        <p:spPr>
          <a:xfrm>
            <a:off x="8086697" y="5079725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lang="fr-FR" sz="1200">
                <a:solidFill>
                  <a:schemeClr val="lt1"/>
                </a:solidFill>
              </a:rPr>
              <a:t>/10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25a14c30895_0_1221"/>
          <p:cNvSpPr txBox="1"/>
          <p:nvPr/>
        </p:nvSpPr>
        <p:spPr>
          <a:xfrm>
            <a:off x="8671622" y="5079725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</a:t>
            </a:r>
            <a:r>
              <a:rPr lang="fr-FR" sz="1200">
                <a:solidFill>
                  <a:schemeClr val="lt1"/>
                </a:solidFill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25a14c30895_0_1221"/>
          <p:cNvSpPr txBox="1"/>
          <p:nvPr/>
        </p:nvSpPr>
        <p:spPr>
          <a:xfrm>
            <a:off x="9221372" y="5079725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0</a:t>
            </a:r>
            <a:r>
              <a:rPr lang="fr-FR" sz="1200">
                <a:solidFill>
                  <a:schemeClr val="lt1"/>
                </a:solidFill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25a14c30895_0_1221"/>
          <p:cNvSpPr txBox="1"/>
          <p:nvPr/>
        </p:nvSpPr>
        <p:spPr>
          <a:xfrm>
            <a:off x="9806297" y="5079725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0/1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25a14c30895_0_1221"/>
          <p:cNvSpPr txBox="1"/>
          <p:nvPr/>
        </p:nvSpPr>
        <p:spPr>
          <a:xfrm>
            <a:off x="10391222" y="5079725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0/1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25a14c30895_0_1221"/>
          <p:cNvSpPr txBox="1"/>
          <p:nvPr/>
        </p:nvSpPr>
        <p:spPr>
          <a:xfrm>
            <a:off x="7224184" y="6118550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</a:t>
            </a:r>
            <a:r>
              <a:rPr lang="fr-FR" sz="1200">
                <a:solidFill>
                  <a:schemeClr val="lt1"/>
                </a:solidFill>
              </a:rPr>
              <a:t>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g25a14c30895_0_12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074138" y="5662575"/>
            <a:ext cx="50482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g25a14c30895_0_1221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6120250" y="5664500"/>
            <a:ext cx="50482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25a14c30895_0_1221"/>
          <p:cNvSpPr txBox="1"/>
          <p:nvPr/>
        </p:nvSpPr>
        <p:spPr>
          <a:xfrm>
            <a:off x="5903148" y="5474025"/>
            <a:ext cx="58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STD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25a14c30895_0_1221"/>
          <p:cNvSpPr txBox="1"/>
          <p:nvPr/>
        </p:nvSpPr>
        <p:spPr>
          <a:xfrm>
            <a:off x="8839124" y="5468850"/>
            <a:ext cx="68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Firebrand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g25a14c30895_0_1221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7559463" y="5662575"/>
            <a:ext cx="50482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25a14c30895_0_1221"/>
          <p:cNvSpPr txBox="1"/>
          <p:nvPr/>
        </p:nvSpPr>
        <p:spPr>
          <a:xfrm>
            <a:off x="7221900" y="5468850"/>
            <a:ext cx="85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Highwayman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25a14c30895_0_1221"/>
          <p:cNvSpPr txBox="1"/>
          <p:nvPr/>
        </p:nvSpPr>
        <p:spPr>
          <a:xfrm>
            <a:off x="8645309" y="6118550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25a14c30895_0_1221"/>
          <p:cNvSpPr txBox="1"/>
          <p:nvPr/>
        </p:nvSpPr>
        <p:spPr>
          <a:xfrm>
            <a:off x="5435909" y="6144450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10</a:t>
            </a:r>
            <a:r>
              <a:rPr lang="fr-FR" sz="1200">
                <a:solidFill>
                  <a:schemeClr val="lt1"/>
                </a:solidFill>
              </a:rPr>
              <a:t>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25a14c30895_0_1221"/>
          <p:cNvSpPr txBox="1"/>
          <p:nvPr/>
        </p:nvSpPr>
        <p:spPr>
          <a:xfrm>
            <a:off x="5232809" y="4998025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10/*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9" name="Google Shape;549;g25a14c30895_0_1221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6047750" y="3634313"/>
            <a:ext cx="50482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25a14c30895_0_1221"/>
          <p:cNvSpPr txBox="1"/>
          <p:nvPr/>
        </p:nvSpPr>
        <p:spPr>
          <a:xfrm>
            <a:off x="5828337" y="3476363"/>
            <a:ext cx="85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King Chester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25a14c30895_0_1221"/>
          <p:cNvSpPr txBox="1"/>
          <p:nvPr/>
        </p:nvSpPr>
        <p:spPr>
          <a:xfrm>
            <a:off x="5033709" y="4014250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25a14c30895_0_1221"/>
          <p:cNvSpPr/>
          <p:nvPr/>
        </p:nvSpPr>
        <p:spPr>
          <a:xfrm>
            <a:off x="4824475" y="3497625"/>
            <a:ext cx="1872951" cy="850507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3" name="Google Shape;553;g25a14c30895_0_12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52850" y="3636025"/>
            <a:ext cx="50482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25a14c30895_0_1221"/>
          <p:cNvSpPr txBox="1"/>
          <p:nvPr/>
        </p:nvSpPr>
        <p:spPr>
          <a:xfrm>
            <a:off x="6953604" y="3449600"/>
            <a:ext cx="58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Knave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g25a14c30895_0_12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624625" y="3153513"/>
            <a:ext cx="50482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25a14c30895_0_1221"/>
          <p:cNvSpPr txBox="1"/>
          <p:nvPr/>
        </p:nvSpPr>
        <p:spPr>
          <a:xfrm>
            <a:off x="8491842" y="2975438"/>
            <a:ext cx="58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Wildjack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25a14c30895_0_1221"/>
          <p:cNvSpPr txBox="1"/>
          <p:nvPr/>
        </p:nvSpPr>
        <p:spPr>
          <a:xfrm>
            <a:off x="3835361" y="2919050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-</a:t>
            </a:r>
            <a:r>
              <a:rPr lang="fr-FR" sz="1200">
                <a:solidFill>
                  <a:schemeClr val="lt1"/>
                </a:solidFill>
              </a:rPr>
              <a:t>/5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25a14c30895_0_1221"/>
          <p:cNvSpPr txBox="1"/>
          <p:nvPr/>
        </p:nvSpPr>
        <p:spPr>
          <a:xfrm>
            <a:off x="1342248" y="4027375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5/1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25a14c30895_0_1221"/>
          <p:cNvSpPr txBox="1"/>
          <p:nvPr/>
        </p:nvSpPr>
        <p:spPr>
          <a:xfrm>
            <a:off x="2703448" y="4018350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10</a:t>
            </a:r>
            <a:r>
              <a:rPr lang="fr-FR" sz="1200">
                <a:solidFill>
                  <a:schemeClr val="lt1"/>
                </a:solidFill>
              </a:rPr>
              <a:t>/2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25a14c30895_0_1221"/>
          <p:cNvSpPr txBox="1"/>
          <p:nvPr/>
        </p:nvSpPr>
        <p:spPr>
          <a:xfrm>
            <a:off x="770748" y="5002413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5/1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25a14c30895_0_1221"/>
          <p:cNvSpPr/>
          <p:nvPr/>
        </p:nvSpPr>
        <p:spPr>
          <a:xfrm>
            <a:off x="549025" y="4499225"/>
            <a:ext cx="1167554" cy="817370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25a14c30895_0_1221"/>
          <p:cNvSpPr txBox="1"/>
          <p:nvPr/>
        </p:nvSpPr>
        <p:spPr>
          <a:xfrm>
            <a:off x="3952899" y="5682150"/>
            <a:ext cx="42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68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25a14c30895_0_1221"/>
          <p:cNvSpPr/>
          <p:nvPr/>
        </p:nvSpPr>
        <p:spPr>
          <a:xfrm>
            <a:off x="561700" y="5458000"/>
            <a:ext cx="549028" cy="817370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25a14c30895_0_1221"/>
          <p:cNvSpPr/>
          <p:nvPr/>
        </p:nvSpPr>
        <p:spPr>
          <a:xfrm>
            <a:off x="1263700" y="5482325"/>
            <a:ext cx="611576" cy="817370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25a14c30895_0_1221"/>
          <p:cNvSpPr/>
          <p:nvPr/>
        </p:nvSpPr>
        <p:spPr>
          <a:xfrm>
            <a:off x="2028300" y="5458325"/>
            <a:ext cx="1292649" cy="817370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25a14c30895_0_1221"/>
          <p:cNvSpPr/>
          <p:nvPr/>
        </p:nvSpPr>
        <p:spPr>
          <a:xfrm>
            <a:off x="3490500" y="5451175"/>
            <a:ext cx="1292649" cy="817370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25a14c30895_0_1221"/>
          <p:cNvSpPr/>
          <p:nvPr/>
        </p:nvSpPr>
        <p:spPr>
          <a:xfrm>
            <a:off x="6880675" y="3488950"/>
            <a:ext cx="1379520" cy="817370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25a14c30895_0_1221"/>
          <p:cNvSpPr/>
          <p:nvPr/>
        </p:nvSpPr>
        <p:spPr>
          <a:xfrm>
            <a:off x="8491838" y="2123000"/>
            <a:ext cx="1379520" cy="1704695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25a14c30895_0_1221"/>
          <p:cNvSpPr/>
          <p:nvPr/>
        </p:nvSpPr>
        <p:spPr>
          <a:xfrm>
            <a:off x="10111725" y="2160363"/>
            <a:ext cx="1494191" cy="817370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g25a14c30895_0_1221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2653323" y="5617200"/>
            <a:ext cx="583800" cy="58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g25a14c30895_0_1221"/>
          <p:cNvSpPr txBox="1"/>
          <p:nvPr/>
        </p:nvSpPr>
        <p:spPr>
          <a:xfrm>
            <a:off x="2532153" y="5581050"/>
            <a:ext cx="41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25a14c30895_0_1221"/>
          <p:cNvSpPr txBox="1"/>
          <p:nvPr/>
        </p:nvSpPr>
        <p:spPr>
          <a:xfrm>
            <a:off x="2453725" y="5434350"/>
            <a:ext cx="68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Stockade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25a14c30895_0_1221"/>
          <p:cNvSpPr/>
          <p:nvPr/>
        </p:nvSpPr>
        <p:spPr>
          <a:xfrm>
            <a:off x="10110525" y="2986037"/>
            <a:ext cx="1494191" cy="817370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4" name="Google Shape;574;g25a14c30895_0_1221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10149000" y="2239912"/>
            <a:ext cx="683100" cy="6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25a14c30895_0_1221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10225200" y="3080538"/>
            <a:ext cx="683100" cy="6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25a14c30895_0_1221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10913850" y="2239913"/>
            <a:ext cx="683100" cy="68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g25a14c30895_0_1221"/>
          <p:cNvSpPr txBox="1"/>
          <p:nvPr/>
        </p:nvSpPr>
        <p:spPr>
          <a:xfrm>
            <a:off x="10185162" y="3087050"/>
            <a:ext cx="75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Supertank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25a14c30895_0_1221"/>
          <p:cNvSpPr txBox="1"/>
          <p:nvPr/>
        </p:nvSpPr>
        <p:spPr>
          <a:xfrm>
            <a:off x="10114512" y="2203050"/>
            <a:ext cx="75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Flood MK 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25a14c30895_0_1221"/>
          <p:cNvSpPr txBox="1"/>
          <p:nvPr/>
        </p:nvSpPr>
        <p:spPr>
          <a:xfrm>
            <a:off x="10879350" y="1987668"/>
            <a:ext cx="75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800">
                <a:solidFill>
                  <a:schemeClr val="lt1"/>
                </a:solidFill>
              </a:rPr>
              <a:t>Flood Juggernaut MK VII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25a14c30895_0_1221"/>
          <p:cNvSpPr txBox="1"/>
          <p:nvPr/>
        </p:nvSpPr>
        <p:spPr>
          <a:xfrm>
            <a:off x="10331597" y="2707163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-/*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25a14c30895_0_1221"/>
          <p:cNvSpPr txBox="1"/>
          <p:nvPr/>
        </p:nvSpPr>
        <p:spPr>
          <a:xfrm>
            <a:off x="11129897" y="2707163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-/*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25a14c30895_0_1221"/>
          <p:cNvSpPr txBox="1"/>
          <p:nvPr/>
        </p:nvSpPr>
        <p:spPr>
          <a:xfrm>
            <a:off x="10374197" y="3580338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-/*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25a14c30895_0_1221"/>
          <p:cNvSpPr txBox="1"/>
          <p:nvPr/>
        </p:nvSpPr>
        <p:spPr>
          <a:xfrm>
            <a:off x="8889698" y="3588913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5/1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25a14c30895_0_1221"/>
          <p:cNvSpPr txBox="1"/>
          <p:nvPr/>
        </p:nvSpPr>
        <p:spPr>
          <a:xfrm>
            <a:off x="7308573" y="4079213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5/1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25a14c30895_0_1221"/>
          <p:cNvSpPr txBox="1"/>
          <p:nvPr/>
        </p:nvSpPr>
        <p:spPr>
          <a:xfrm>
            <a:off x="2227173" y="6071363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25a14c30895_0_1221"/>
          <p:cNvSpPr txBox="1"/>
          <p:nvPr/>
        </p:nvSpPr>
        <p:spPr>
          <a:xfrm>
            <a:off x="3795998" y="6071363"/>
            <a:ext cx="5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5/*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25a14c30895_0_1221"/>
          <p:cNvSpPr txBox="1"/>
          <p:nvPr/>
        </p:nvSpPr>
        <p:spPr>
          <a:xfrm>
            <a:off x="1242309" y="6103125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1/1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25a14c30895_0_1221"/>
          <p:cNvSpPr txBox="1"/>
          <p:nvPr/>
        </p:nvSpPr>
        <p:spPr>
          <a:xfrm>
            <a:off x="576484" y="6068325"/>
            <a:ext cx="54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lt1"/>
                </a:solidFill>
              </a:rPr>
              <a:t>1/1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25a14c30895_0_1221"/>
          <p:cNvSpPr/>
          <p:nvPr/>
        </p:nvSpPr>
        <p:spPr>
          <a:xfrm>
            <a:off x="2537308" y="3404200"/>
            <a:ext cx="1167554" cy="942553"/>
          </a:xfrm>
          <a:custGeom>
            <a:rect b="b" l="l" r="r" t="t"/>
            <a:pathLst>
              <a:path extrusionOk="0" h="1472739" w="1389945">
                <a:moveTo>
                  <a:pt x="1111715" y="1"/>
                </a:moveTo>
                <a:lnTo>
                  <a:pt x="1158283" y="4287"/>
                </a:lnTo>
                <a:cubicBezTo>
                  <a:pt x="1286226" y="4287"/>
                  <a:pt x="1389945" y="108006"/>
                  <a:pt x="1389945" y="235949"/>
                </a:cubicBezTo>
                <a:lnTo>
                  <a:pt x="1389945" y="1241077"/>
                </a:lnTo>
                <a:cubicBezTo>
                  <a:pt x="1389945" y="1369020"/>
                  <a:pt x="1286226" y="1472739"/>
                  <a:pt x="1158283" y="1472739"/>
                </a:cubicBezTo>
                <a:lnTo>
                  <a:pt x="231662" y="1472739"/>
                </a:lnTo>
                <a:cubicBezTo>
                  <a:pt x="103719" y="1472739"/>
                  <a:pt x="0" y="1369020"/>
                  <a:pt x="0" y="1241077"/>
                </a:cubicBezTo>
                <a:lnTo>
                  <a:pt x="0" y="235949"/>
                </a:lnTo>
                <a:cubicBezTo>
                  <a:pt x="0" y="108006"/>
                  <a:pt x="103719" y="4287"/>
                  <a:pt x="231662" y="4287"/>
                </a:cubicBezTo>
                <a:lnTo>
                  <a:pt x="270340" y="0"/>
                </a:lnTo>
              </a:path>
            </a:pathLst>
          </a:custGeom>
          <a:noFill/>
          <a:ln cap="flat" cmpd="sng" w="28575">
            <a:solidFill>
              <a:srgbClr val="7135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2022-10-02T14:53:32Z</dcterms:created>
  <dc:creator>guillaume brelivet</dc:creator>
</cp:coreProperties>
</file>